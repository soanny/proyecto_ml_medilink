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hQDtAszBylIiAECbuQEYS+eOzI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12.jp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6.jpg"/><Relationship Id="rId5" Type="http://schemas.openxmlformats.org/officeDocument/2006/relationships/image" Target="../media/image14.jp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5400000">
            <a:off x="13818834" y="0"/>
            <a:ext cx="4469166" cy="4469166"/>
          </a:xfrm>
          <a:custGeom>
            <a:rect b="b" l="l" r="r" t="t"/>
            <a:pathLst>
              <a:path extrusionOk="0" h="4469166" w="4469166">
                <a:moveTo>
                  <a:pt x="0" y="0"/>
                </a:moveTo>
                <a:lnTo>
                  <a:pt x="4469166" y="0"/>
                </a:lnTo>
                <a:lnTo>
                  <a:pt x="4469166" y="4469166"/>
                </a:lnTo>
                <a:lnTo>
                  <a:pt x="0" y="4469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0413761" y="2318266"/>
            <a:ext cx="6023293" cy="6023293"/>
          </a:xfrm>
          <a:custGeom>
            <a:rect b="b" l="l" r="r" t="t"/>
            <a:pathLst>
              <a:path extrusionOk="0" h="6023293" w="6023293">
                <a:moveTo>
                  <a:pt x="0" y="0"/>
                </a:moveTo>
                <a:lnTo>
                  <a:pt x="6023294" y="0"/>
                </a:lnTo>
                <a:lnTo>
                  <a:pt x="6023294" y="6023293"/>
                </a:lnTo>
                <a:lnTo>
                  <a:pt x="0" y="6023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452710" y="360192"/>
            <a:ext cx="777211" cy="1005802"/>
          </a:xfrm>
          <a:custGeom>
            <a:rect b="b" l="l" r="r" t="t"/>
            <a:pathLst>
              <a:path extrusionOk="0" h="1005802" w="777211">
                <a:moveTo>
                  <a:pt x="0" y="0"/>
                </a:moveTo>
                <a:lnTo>
                  <a:pt x="777211" y="0"/>
                </a:lnTo>
                <a:lnTo>
                  <a:pt x="777211" y="1005802"/>
                </a:lnTo>
                <a:lnTo>
                  <a:pt x="0" y="1005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0" y="9494538"/>
            <a:ext cx="18288000" cy="1310176"/>
          </a:xfrm>
          <a:custGeom>
            <a:rect b="b" l="l" r="r" t="t"/>
            <a:pathLst>
              <a:path extrusionOk="0" h="1310176" w="18288000">
                <a:moveTo>
                  <a:pt x="0" y="0"/>
                </a:moveTo>
                <a:lnTo>
                  <a:pt x="18288000" y="0"/>
                </a:lnTo>
                <a:lnTo>
                  <a:pt x="18288000" y="1310176"/>
                </a:lnTo>
                <a:lnTo>
                  <a:pt x="0" y="1310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06575" l="0" r="0" t="0"/>
            </a:stretch>
          </a:blipFill>
          <a:ln>
            <a:noFill/>
          </a:ln>
        </p:spPr>
      </p:sp>
      <p:grpSp>
        <p:nvGrpSpPr>
          <p:cNvPr id="88" name="Google Shape;88;p1"/>
          <p:cNvGrpSpPr/>
          <p:nvPr/>
        </p:nvGrpSpPr>
        <p:grpSpPr>
          <a:xfrm>
            <a:off x="15467790" y="6688064"/>
            <a:ext cx="1938529" cy="1737178"/>
            <a:chOff x="0" y="0"/>
            <a:chExt cx="2584705" cy="2316237"/>
          </a:xfrm>
        </p:grpSpPr>
        <p:grpSp>
          <p:nvGrpSpPr>
            <p:cNvPr id="89" name="Google Shape;89;p1"/>
            <p:cNvGrpSpPr/>
            <p:nvPr/>
          </p:nvGrpSpPr>
          <p:grpSpPr>
            <a:xfrm>
              <a:off x="0" y="238053"/>
              <a:ext cx="1408300" cy="1408300"/>
              <a:chOff x="0" y="0"/>
              <a:chExt cx="812800" cy="812800"/>
            </a:xfrm>
          </p:grpSpPr>
          <p:sp>
            <p:nvSpPr>
              <p:cNvPr id="90" name="Google Shape;90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51470" y="0"/>
                    </a:moveTo>
                    <a:lnTo>
                      <a:pt x="261330" y="0"/>
                    </a:lnTo>
                    <a:cubicBezTo>
                      <a:pt x="259386" y="0"/>
                      <a:pt x="257521" y="772"/>
                      <a:pt x="256147" y="2147"/>
                    </a:cubicBezTo>
                    <a:cubicBezTo>
                      <a:pt x="254772" y="3521"/>
                      <a:pt x="254000" y="5386"/>
                      <a:pt x="254000" y="7330"/>
                    </a:cubicBezTo>
                    <a:lnTo>
                      <a:pt x="254000" y="246670"/>
                    </a:lnTo>
                    <a:cubicBezTo>
                      <a:pt x="254000" y="248614"/>
                      <a:pt x="253228" y="250479"/>
                      <a:pt x="251853" y="251853"/>
                    </a:cubicBezTo>
                    <a:cubicBezTo>
                      <a:pt x="250479" y="253228"/>
                      <a:pt x="248614" y="254000"/>
                      <a:pt x="246670" y="254000"/>
                    </a:cubicBezTo>
                    <a:lnTo>
                      <a:pt x="7330" y="254000"/>
                    </a:lnTo>
                    <a:cubicBezTo>
                      <a:pt x="5386" y="254000"/>
                      <a:pt x="3521" y="254772"/>
                      <a:pt x="2147" y="256147"/>
                    </a:cubicBezTo>
                    <a:cubicBezTo>
                      <a:pt x="772" y="257521"/>
                      <a:pt x="0" y="259386"/>
                      <a:pt x="0" y="261330"/>
                    </a:cubicBezTo>
                    <a:lnTo>
                      <a:pt x="0" y="551470"/>
                    </a:lnTo>
                    <a:cubicBezTo>
                      <a:pt x="0" y="553414"/>
                      <a:pt x="772" y="555279"/>
                      <a:pt x="2147" y="556653"/>
                    </a:cubicBezTo>
                    <a:cubicBezTo>
                      <a:pt x="3521" y="558028"/>
                      <a:pt x="5386" y="558800"/>
                      <a:pt x="7330" y="558800"/>
                    </a:cubicBezTo>
                    <a:lnTo>
                      <a:pt x="246670" y="558800"/>
                    </a:lnTo>
                    <a:cubicBezTo>
                      <a:pt x="248614" y="558800"/>
                      <a:pt x="250479" y="559572"/>
                      <a:pt x="251853" y="560947"/>
                    </a:cubicBezTo>
                    <a:cubicBezTo>
                      <a:pt x="253228" y="562321"/>
                      <a:pt x="254000" y="564186"/>
                      <a:pt x="254000" y="566130"/>
                    </a:cubicBezTo>
                    <a:lnTo>
                      <a:pt x="254000" y="805470"/>
                    </a:lnTo>
                    <a:cubicBezTo>
                      <a:pt x="254000" y="807414"/>
                      <a:pt x="254772" y="809279"/>
                      <a:pt x="256147" y="810653"/>
                    </a:cubicBezTo>
                    <a:cubicBezTo>
                      <a:pt x="257521" y="812028"/>
                      <a:pt x="259386" y="812800"/>
                      <a:pt x="261330" y="812800"/>
                    </a:cubicBezTo>
                    <a:lnTo>
                      <a:pt x="551470" y="812800"/>
                    </a:lnTo>
                    <a:cubicBezTo>
                      <a:pt x="553414" y="812800"/>
                      <a:pt x="555279" y="812028"/>
                      <a:pt x="556653" y="810653"/>
                    </a:cubicBezTo>
                    <a:cubicBezTo>
                      <a:pt x="558028" y="809279"/>
                      <a:pt x="558800" y="807414"/>
                      <a:pt x="558800" y="805470"/>
                    </a:cubicBezTo>
                    <a:lnTo>
                      <a:pt x="558800" y="566130"/>
                    </a:lnTo>
                    <a:cubicBezTo>
                      <a:pt x="558800" y="564186"/>
                      <a:pt x="559572" y="562321"/>
                      <a:pt x="560947" y="560947"/>
                    </a:cubicBezTo>
                    <a:cubicBezTo>
                      <a:pt x="562321" y="559572"/>
                      <a:pt x="564186" y="558800"/>
                      <a:pt x="566130" y="558800"/>
                    </a:cubicBezTo>
                    <a:lnTo>
                      <a:pt x="805470" y="558800"/>
                    </a:lnTo>
                    <a:cubicBezTo>
                      <a:pt x="807414" y="558800"/>
                      <a:pt x="809279" y="558028"/>
                      <a:pt x="810653" y="556653"/>
                    </a:cubicBezTo>
                    <a:cubicBezTo>
                      <a:pt x="812028" y="555279"/>
                      <a:pt x="812800" y="553414"/>
                      <a:pt x="812800" y="551470"/>
                    </a:cubicBezTo>
                    <a:lnTo>
                      <a:pt x="812800" y="261330"/>
                    </a:lnTo>
                    <a:cubicBezTo>
                      <a:pt x="812800" y="259386"/>
                      <a:pt x="812028" y="257521"/>
                      <a:pt x="810653" y="256147"/>
                    </a:cubicBezTo>
                    <a:cubicBezTo>
                      <a:pt x="809279" y="254772"/>
                      <a:pt x="807414" y="254000"/>
                      <a:pt x="805470" y="254000"/>
                    </a:cubicBezTo>
                    <a:lnTo>
                      <a:pt x="566130" y="254000"/>
                    </a:lnTo>
                    <a:cubicBezTo>
                      <a:pt x="564186" y="254000"/>
                      <a:pt x="562321" y="253228"/>
                      <a:pt x="560947" y="251853"/>
                    </a:cubicBezTo>
                    <a:cubicBezTo>
                      <a:pt x="559572" y="250479"/>
                      <a:pt x="558800" y="248614"/>
                      <a:pt x="558800" y="246670"/>
                    </a:cubicBezTo>
                    <a:lnTo>
                      <a:pt x="558800" y="7330"/>
                    </a:lnTo>
                    <a:cubicBezTo>
                      <a:pt x="558800" y="5386"/>
                      <a:pt x="558028" y="3521"/>
                      <a:pt x="556653" y="2147"/>
                    </a:cubicBezTo>
                    <a:cubicBezTo>
                      <a:pt x="555279" y="772"/>
                      <a:pt x="553414" y="0"/>
                      <a:pt x="55147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1"/>
            <p:cNvGrpSpPr/>
            <p:nvPr/>
          </p:nvGrpSpPr>
          <p:grpSpPr>
            <a:xfrm>
              <a:off x="1914820" y="0"/>
              <a:ext cx="669885" cy="669885"/>
              <a:chOff x="0" y="0"/>
              <a:chExt cx="812800" cy="812800"/>
            </a:xfrm>
          </p:grpSpPr>
          <p:sp>
            <p:nvSpPr>
              <p:cNvPr id="93" name="Google Shape;93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1"/>
            <p:cNvGrpSpPr/>
            <p:nvPr/>
          </p:nvGrpSpPr>
          <p:grpSpPr>
            <a:xfrm>
              <a:off x="1408300" y="1646352"/>
              <a:ext cx="669885" cy="669885"/>
              <a:chOff x="0" y="0"/>
              <a:chExt cx="812800" cy="812800"/>
            </a:xfrm>
          </p:grpSpPr>
          <p:sp>
            <p:nvSpPr>
              <p:cNvPr id="96" name="Google Shape;96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" name="Google Shape;98;p1"/>
          <p:cNvGrpSpPr/>
          <p:nvPr/>
        </p:nvGrpSpPr>
        <p:grpSpPr>
          <a:xfrm>
            <a:off x="7614994" y="1365994"/>
            <a:ext cx="1938529" cy="1737178"/>
            <a:chOff x="0" y="0"/>
            <a:chExt cx="2584705" cy="2316237"/>
          </a:xfrm>
        </p:grpSpPr>
        <p:grpSp>
          <p:nvGrpSpPr>
            <p:cNvPr id="99" name="Google Shape;99;p1"/>
            <p:cNvGrpSpPr/>
            <p:nvPr/>
          </p:nvGrpSpPr>
          <p:grpSpPr>
            <a:xfrm rot="10800000">
              <a:off x="1176405" y="669885"/>
              <a:ext cx="1408300" cy="1408300"/>
              <a:chOff x="0" y="0"/>
              <a:chExt cx="812800" cy="812800"/>
            </a:xfrm>
          </p:grpSpPr>
          <p:sp>
            <p:nvSpPr>
              <p:cNvPr id="100" name="Google Shape;100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51470" y="0"/>
                    </a:moveTo>
                    <a:lnTo>
                      <a:pt x="261330" y="0"/>
                    </a:lnTo>
                    <a:cubicBezTo>
                      <a:pt x="259386" y="0"/>
                      <a:pt x="257521" y="772"/>
                      <a:pt x="256147" y="2147"/>
                    </a:cubicBezTo>
                    <a:cubicBezTo>
                      <a:pt x="254772" y="3521"/>
                      <a:pt x="254000" y="5386"/>
                      <a:pt x="254000" y="7330"/>
                    </a:cubicBezTo>
                    <a:lnTo>
                      <a:pt x="254000" y="246670"/>
                    </a:lnTo>
                    <a:cubicBezTo>
                      <a:pt x="254000" y="248614"/>
                      <a:pt x="253228" y="250479"/>
                      <a:pt x="251853" y="251853"/>
                    </a:cubicBezTo>
                    <a:cubicBezTo>
                      <a:pt x="250479" y="253228"/>
                      <a:pt x="248614" y="254000"/>
                      <a:pt x="246670" y="254000"/>
                    </a:cubicBezTo>
                    <a:lnTo>
                      <a:pt x="7330" y="254000"/>
                    </a:lnTo>
                    <a:cubicBezTo>
                      <a:pt x="5386" y="254000"/>
                      <a:pt x="3521" y="254772"/>
                      <a:pt x="2147" y="256147"/>
                    </a:cubicBezTo>
                    <a:cubicBezTo>
                      <a:pt x="772" y="257521"/>
                      <a:pt x="0" y="259386"/>
                      <a:pt x="0" y="261330"/>
                    </a:cubicBezTo>
                    <a:lnTo>
                      <a:pt x="0" y="551470"/>
                    </a:lnTo>
                    <a:cubicBezTo>
                      <a:pt x="0" y="553414"/>
                      <a:pt x="772" y="555279"/>
                      <a:pt x="2147" y="556653"/>
                    </a:cubicBezTo>
                    <a:cubicBezTo>
                      <a:pt x="3521" y="558028"/>
                      <a:pt x="5386" y="558800"/>
                      <a:pt x="7330" y="558800"/>
                    </a:cubicBezTo>
                    <a:lnTo>
                      <a:pt x="246670" y="558800"/>
                    </a:lnTo>
                    <a:cubicBezTo>
                      <a:pt x="248614" y="558800"/>
                      <a:pt x="250479" y="559572"/>
                      <a:pt x="251853" y="560947"/>
                    </a:cubicBezTo>
                    <a:cubicBezTo>
                      <a:pt x="253228" y="562321"/>
                      <a:pt x="254000" y="564186"/>
                      <a:pt x="254000" y="566130"/>
                    </a:cubicBezTo>
                    <a:lnTo>
                      <a:pt x="254000" y="805470"/>
                    </a:lnTo>
                    <a:cubicBezTo>
                      <a:pt x="254000" y="807414"/>
                      <a:pt x="254772" y="809279"/>
                      <a:pt x="256147" y="810653"/>
                    </a:cubicBezTo>
                    <a:cubicBezTo>
                      <a:pt x="257521" y="812028"/>
                      <a:pt x="259386" y="812800"/>
                      <a:pt x="261330" y="812800"/>
                    </a:cubicBezTo>
                    <a:lnTo>
                      <a:pt x="551470" y="812800"/>
                    </a:lnTo>
                    <a:cubicBezTo>
                      <a:pt x="553414" y="812800"/>
                      <a:pt x="555279" y="812028"/>
                      <a:pt x="556653" y="810653"/>
                    </a:cubicBezTo>
                    <a:cubicBezTo>
                      <a:pt x="558028" y="809279"/>
                      <a:pt x="558800" y="807414"/>
                      <a:pt x="558800" y="805470"/>
                    </a:cubicBezTo>
                    <a:lnTo>
                      <a:pt x="558800" y="566130"/>
                    </a:lnTo>
                    <a:cubicBezTo>
                      <a:pt x="558800" y="564186"/>
                      <a:pt x="559572" y="562321"/>
                      <a:pt x="560947" y="560947"/>
                    </a:cubicBezTo>
                    <a:cubicBezTo>
                      <a:pt x="562321" y="559572"/>
                      <a:pt x="564186" y="558800"/>
                      <a:pt x="566130" y="558800"/>
                    </a:cubicBezTo>
                    <a:lnTo>
                      <a:pt x="805470" y="558800"/>
                    </a:lnTo>
                    <a:cubicBezTo>
                      <a:pt x="807414" y="558800"/>
                      <a:pt x="809279" y="558028"/>
                      <a:pt x="810653" y="556653"/>
                    </a:cubicBezTo>
                    <a:cubicBezTo>
                      <a:pt x="812028" y="555279"/>
                      <a:pt x="812800" y="553414"/>
                      <a:pt x="812800" y="551470"/>
                    </a:cubicBezTo>
                    <a:lnTo>
                      <a:pt x="812800" y="261330"/>
                    </a:lnTo>
                    <a:cubicBezTo>
                      <a:pt x="812800" y="259386"/>
                      <a:pt x="812028" y="257521"/>
                      <a:pt x="810653" y="256147"/>
                    </a:cubicBezTo>
                    <a:cubicBezTo>
                      <a:pt x="809279" y="254772"/>
                      <a:pt x="807414" y="254000"/>
                      <a:pt x="805470" y="254000"/>
                    </a:cubicBezTo>
                    <a:lnTo>
                      <a:pt x="566130" y="254000"/>
                    </a:lnTo>
                    <a:cubicBezTo>
                      <a:pt x="564186" y="254000"/>
                      <a:pt x="562321" y="253228"/>
                      <a:pt x="560947" y="251853"/>
                    </a:cubicBezTo>
                    <a:cubicBezTo>
                      <a:pt x="559572" y="250479"/>
                      <a:pt x="558800" y="248614"/>
                      <a:pt x="558800" y="246670"/>
                    </a:cubicBezTo>
                    <a:lnTo>
                      <a:pt x="558800" y="7330"/>
                    </a:lnTo>
                    <a:cubicBezTo>
                      <a:pt x="558800" y="5386"/>
                      <a:pt x="558028" y="3521"/>
                      <a:pt x="556653" y="2147"/>
                    </a:cubicBezTo>
                    <a:cubicBezTo>
                      <a:pt x="555279" y="772"/>
                      <a:pt x="553414" y="0"/>
                      <a:pt x="55147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1"/>
            <p:cNvGrpSpPr/>
            <p:nvPr/>
          </p:nvGrpSpPr>
          <p:grpSpPr>
            <a:xfrm rot="10800000">
              <a:off x="0" y="1646352"/>
              <a:ext cx="669885" cy="669885"/>
              <a:chOff x="0" y="0"/>
              <a:chExt cx="812800" cy="812800"/>
            </a:xfrm>
          </p:grpSpPr>
          <p:sp>
            <p:nvSpPr>
              <p:cNvPr id="103" name="Google Shape;103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1"/>
            <p:cNvGrpSpPr/>
            <p:nvPr/>
          </p:nvGrpSpPr>
          <p:grpSpPr>
            <a:xfrm rot="10800000">
              <a:off x="506520" y="0"/>
              <a:ext cx="669885" cy="669885"/>
              <a:chOff x="0" y="0"/>
              <a:chExt cx="812800" cy="812800"/>
            </a:xfrm>
          </p:grpSpPr>
          <p:sp>
            <p:nvSpPr>
              <p:cNvPr id="106" name="Google Shape;106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8" name="Google Shape;108;p1"/>
          <p:cNvSpPr/>
          <p:nvPr/>
        </p:nvSpPr>
        <p:spPr>
          <a:xfrm>
            <a:off x="16595179" y="360192"/>
            <a:ext cx="1328242" cy="1643864"/>
          </a:xfrm>
          <a:custGeom>
            <a:rect b="b" l="l" r="r" t="t"/>
            <a:pathLst>
              <a:path extrusionOk="0" h="1643864" w="1328242">
                <a:moveTo>
                  <a:pt x="0" y="0"/>
                </a:moveTo>
                <a:lnTo>
                  <a:pt x="1328242" y="0"/>
                </a:lnTo>
                <a:lnTo>
                  <a:pt x="1328242" y="1643865"/>
                </a:lnTo>
                <a:lnTo>
                  <a:pt x="0" y="1643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"/>
          <p:cNvSpPr txBox="1"/>
          <p:nvPr/>
        </p:nvSpPr>
        <p:spPr>
          <a:xfrm>
            <a:off x="1028700" y="2998397"/>
            <a:ext cx="9167259" cy="3161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97" u="none" cap="none" strike="noStrike">
                <a:solidFill>
                  <a:srgbClr val="135EC4"/>
                </a:solidFill>
                <a:latin typeface="Ultra"/>
                <a:ea typeface="Ultra"/>
                <a:cs typeface="Ultra"/>
                <a:sym typeface="Ultra"/>
              </a:rPr>
              <a:t>Proyecto MediLink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559047" y="476989"/>
            <a:ext cx="2268028" cy="425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7" u="none" cap="none" strike="noStrike">
                <a:solidFill>
                  <a:srgbClr val="135EC4"/>
                </a:solidFill>
                <a:latin typeface="Arial"/>
                <a:ea typeface="Arial"/>
                <a:cs typeface="Arial"/>
                <a:sym typeface="Arial"/>
              </a:rPr>
              <a:t>MEDILINK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1271250" y="6602339"/>
            <a:ext cx="82824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75" u="none" cap="none" strike="noStrike">
                <a:solidFill>
                  <a:srgbClr val="2572DB"/>
                </a:solidFill>
                <a:latin typeface="Arial"/>
                <a:ea typeface="Arial"/>
                <a:cs typeface="Arial"/>
                <a:sym typeface="Arial"/>
              </a:rPr>
              <a:t>Sistema de </a:t>
            </a:r>
            <a:r>
              <a:rPr b="1" lang="en-US" sz="4075">
                <a:solidFill>
                  <a:srgbClr val="2572DB"/>
                </a:solidFill>
              </a:rPr>
              <a:t>Gestión</a:t>
            </a:r>
            <a:r>
              <a:rPr b="1" i="0" lang="en-US" sz="4075" u="none" cap="none" strike="noStrike">
                <a:solidFill>
                  <a:srgbClr val="2572DB"/>
                </a:solidFill>
                <a:latin typeface="Arial"/>
                <a:ea typeface="Arial"/>
                <a:cs typeface="Arial"/>
                <a:sym typeface="Arial"/>
              </a:rPr>
              <a:t> de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75" u="none" cap="none" strike="noStrike">
                <a:solidFill>
                  <a:srgbClr val="2572DB"/>
                </a:solidFill>
                <a:latin typeface="Arial"/>
                <a:ea typeface="Arial"/>
                <a:cs typeface="Arial"/>
                <a:sym typeface="Arial"/>
              </a:rPr>
              <a:t>Citas Medicas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oogle Shape;116;p2"/>
          <p:cNvCxnSpPr/>
          <p:nvPr/>
        </p:nvCxnSpPr>
        <p:spPr>
          <a:xfrm>
            <a:off x="1028700" y="9000068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D4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/>
          <p:nvPr/>
        </p:nvSpPr>
        <p:spPr>
          <a:xfrm>
            <a:off x="9598307" y="1089454"/>
            <a:ext cx="7659460" cy="7132723"/>
          </a:xfrm>
          <a:custGeom>
            <a:rect b="b" l="l" r="r" t="t"/>
            <a:pathLst>
              <a:path extrusionOk="0" h="5911850" w="6348428">
                <a:moveTo>
                  <a:pt x="1146508" y="402590"/>
                </a:moveTo>
                <a:lnTo>
                  <a:pt x="108918" y="2192020"/>
                </a:lnTo>
                <a:cubicBezTo>
                  <a:pt x="-68882" y="2498090"/>
                  <a:pt x="-25702" y="2884170"/>
                  <a:pt x="214328" y="3144520"/>
                </a:cubicBezTo>
                <a:lnTo>
                  <a:pt x="2525728" y="5651500"/>
                </a:lnTo>
                <a:cubicBezTo>
                  <a:pt x="2678128" y="5817870"/>
                  <a:pt x="2894028" y="5911850"/>
                  <a:pt x="3118818" y="5911850"/>
                </a:cubicBezTo>
                <a:lnTo>
                  <a:pt x="5540708" y="5911850"/>
                </a:lnTo>
                <a:cubicBezTo>
                  <a:pt x="5986478" y="5911850"/>
                  <a:pt x="6348428" y="5549900"/>
                  <a:pt x="6348428" y="5104130"/>
                </a:cubicBezTo>
                <a:lnTo>
                  <a:pt x="6348428" y="1891030"/>
                </a:lnTo>
                <a:cubicBezTo>
                  <a:pt x="6348428" y="1724660"/>
                  <a:pt x="6297628" y="1562100"/>
                  <a:pt x="6201108" y="1426210"/>
                </a:cubicBezTo>
                <a:lnTo>
                  <a:pt x="5439108" y="342900"/>
                </a:lnTo>
                <a:cubicBezTo>
                  <a:pt x="5287978" y="128270"/>
                  <a:pt x="5041598" y="0"/>
                  <a:pt x="4778708" y="0"/>
                </a:cubicBezTo>
                <a:lnTo>
                  <a:pt x="1845008" y="0"/>
                </a:lnTo>
                <a:cubicBezTo>
                  <a:pt x="1556718" y="0"/>
                  <a:pt x="1290018" y="153670"/>
                  <a:pt x="1146508" y="40259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071" l="-40990" r="-62233" t="-1841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9144000" y="5143500"/>
            <a:ext cx="3106794" cy="310679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17936" l="-25458" r="-16995" t="-8929"/>
            </a:stretch>
          </a:blipFill>
          <a:ln cap="sq" cmpd="sng" w="1333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1207423" y="4013162"/>
            <a:ext cx="6366051" cy="3994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72005" lvl="1" marL="54401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2519"/>
              <a:buFont typeface="Arial"/>
              <a:buChar char="•"/>
            </a:pPr>
            <a:r>
              <a:rPr b="0" i="0" lang="en-US" sz="2519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Citas registradas en cuadernos, Excel o mensajes.</a:t>
            </a:r>
            <a:endParaRPr/>
          </a:p>
          <a:p>
            <a:pPr indent="-272005" lvl="1" marL="54401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2519"/>
              <a:buFont typeface="Arial"/>
              <a:buChar char="•"/>
            </a:pPr>
            <a:r>
              <a:rPr b="0" i="0" lang="en-US" sz="2519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Cruces de horarios entre doctores o consultorios.</a:t>
            </a:r>
            <a:endParaRPr/>
          </a:p>
          <a:p>
            <a:pPr indent="-272005" lvl="1" marL="54401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2519"/>
              <a:buFont typeface="Arial"/>
              <a:buChar char="•"/>
            </a:pPr>
            <a:r>
              <a:rPr b="0" i="0" lang="en-US" sz="2519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Pagos sin comprobación centralizada.</a:t>
            </a:r>
            <a:endParaRPr/>
          </a:p>
          <a:p>
            <a:pPr indent="-272005" lvl="1" marL="54401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2519"/>
              <a:buFont typeface="Arial"/>
              <a:buChar char="•"/>
            </a:pPr>
            <a:r>
              <a:rPr b="0" i="0" lang="en-US" sz="2519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Pagos sin comprobación centralizada.</a:t>
            </a:r>
            <a:endParaRPr/>
          </a:p>
          <a:p>
            <a:pPr indent="-272005" lvl="1" marL="54401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2519"/>
              <a:buFont typeface="Arial"/>
              <a:buChar char="•"/>
            </a:pPr>
            <a:r>
              <a:rPr b="0" i="0" lang="en-US" sz="2519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Reportes diarios elaborados manualmente.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19" u="none" cap="none" strike="noStrike">
              <a:solidFill>
                <a:srgbClr val="302F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2815775" y="1489675"/>
            <a:ext cx="7932000" cy="2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34" u="none" cap="none" strike="noStrike">
                <a:solidFill>
                  <a:srgbClr val="135EC4"/>
                </a:solidFill>
                <a:latin typeface="Ultra"/>
                <a:ea typeface="Ultra"/>
                <a:cs typeface="Ultra"/>
                <a:sym typeface="Ultra"/>
              </a:rPr>
              <a:t>Problemática del consultorio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028700" y="9224424"/>
            <a:ext cx="4516548" cy="273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4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PROYECTO DE MEDICINA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5653765" y="9224424"/>
            <a:ext cx="1605535" cy="273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4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AÑO 2026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1028700" y="1620663"/>
            <a:ext cx="1303071" cy="1686328"/>
          </a:xfrm>
          <a:custGeom>
            <a:rect b="b" l="l" r="r" t="t"/>
            <a:pathLst>
              <a:path extrusionOk="0" h="1686328" w="1303071">
                <a:moveTo>
                  <a:pt x="0" y="0"/>
                </a:moveTo>
                <a:lnTo>
                  <a:pt x="1303071" y="0"/>
                </a:lnTo>
                <a:lnTo>
                  <a:pt x="1303071" y="1686328"/>
                </a:lnTo>
                <a:lnTo>
                  <a:pt x="0" y="1686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1028700" y="1400508"/>
            <a:ext cx="6615123" cy="6615123"/>
          </a:xfrm>
          <a:custGeom>
            <a:rect b="b" l="l" r="r" t="t"/>
            <a:pathLst>
              <a:path extrusionOk="0" h="812800" w="812800">
                <a:moveTo>
                  <a:pt x="537734" y="0"/>
                </a:moveTo>
                <a:lnTo>
                  <a:pt x="275066" y="0"/>
                </a:lnTo>
                <a:cubicBezTo>
                  <a:pt x="263432" y="0"/>
                  <a:pt x="254000" y="9432"/>
                  <a:pt x="254000" y="21066"/>
                </a:cubicBezTo>
                <a:lnTo>
                  <a:pt x="254000" y="232934"/>
                </a:lnTo>
                <a:cubicBezTo>
                  <a:pt x="254000" y="244568"/>
                  <a:pt x="244568" y="254000"/>
                  <a:pt x="232934" y="254000"/>
                </a:cubicBezTo>
                <a:lnTo>
                  <a:pt x="21066" y="254000"/>
                </a:lnTo>
                <a:cubicBezTo>
                  <a:pt x="9432" y="254000"/>
                  <a:pt x="0" y="263432"/>
                  <a:pt x="0" y="275066"/>
                </a:cubicBezTo>
                <a:lnTo>
                  <a:pt x="0" y="537734"/>
                </a:lnTo>
                <a:cubicBezTo>
                  <a:pt x="0" y="549368"/>
                  <a:pt x="9432" y="558800"/>
                  <a:pt x="21066" y="558800"/>
                </a:cubicBezTo>
                <a:lnTo>
                  <a:pt x="232934" y="558800"/>
                </a:lnTo>
                <a:cubicBezTo>
                  <a:pt x="244568" y="558800"/>
                  <a:pt x="254000" y="568232"/>
                  <a:pt x="254000" y="579866"/>
                </a:cubicBezTo>
                <a:lnTo>
                  <a:pt x="254000" y="791734"/>
                </a:lnTo>
                <a:cubicBezTo>
                  <a:pt x="254000" y="803368"/>
                  <a:pt x="263432" y="812800"/>
                  <a:pt x="275066" y="812800"/>
                </a:cubicBezTo>
                <a:lnTo>
                  <a:pt x="537734" y="812800"/>
                </a:lnTo>
                <a:cubicBezTo>
                  <a:pt x="549368" y="812800"/>
                  <a:pt x="558800" y="803368"/>
                  <a:pt x="558800" y="791734"/>
                </a:cubicBezTo>
                <a:lnTo>
                  <a:pt x="558800" y="579866"/>
                </a:lnTo>
                <a:cubicBezTo>
                  <a:pt x="558800" y="568232"/>
                  <a:pt x="568232" y="558800"/>
                  <a:pt x="579866" y="558800"/>
                </a:cubicBezTo>
                <a:lnTo>
                  <a:pt x="791734" y="558800"/>
                </a:lnTo>
                <a:cubicBezTo>
                  <a:pt x="803368" y="558800"/>
                  <a:pt x="812800" y="549368"/>
                  <a:pt x="812800" y="537734"/>
                </a:cubicBezTo>
                <a:lnTo>
                  <a:pt x="812800" y="275066"/>
                </a:lnTo>
                <a:cubicBezTo>
                  <a:pt x="812800" y="263432"/>
                  <a:pt x="803368" y="254000"/>
                  <a:pt x="791734" y="254000"/>
                </a:cubicBezTo>
                <a:lnTo>
                  <a:pt x="579866" y="254000"/>
                </a:lnTo>
                <a:cubicBezTo>
                  <a:pt x="568232" y="254000"/>
                  <a:pt x="558800" y="244568"/>
                  <a:pt x="558800" y="232934"/>
                </a:cubicBezTo>
                <a:lnTo>
                  <a:pt x="558800" y="21066"/>
                </a:lnTo>
                <a:cubicBezTo>
                  <a:pt x="558800" y="9432"/>
                  <a:pt x="549368" y="0"/>
                  <a:pt x="53773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906" r="-24906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8562227" y="2508375"/>
            <a:ext cx="81510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78" u="none" cap="none" strike="noStrike">
                <a:solidFill>
                  <a:srgbClr val="135EC4"/>
                </a:solidFill>
                <a:latin typeface="Ultra"/>
                <a:ea typeface="Ultra"/>
                <a:cs typeface="Ultra"/>
                <a:sym typeface="Ultra"/>
              </a:rPr>
              <a:t>Objetivo y alcance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8562218" y="3806169"/>
            <a:ext cx="79002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7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1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Desarrollar una plataforma web para gestionar citas </a:t>
            </a:r>
            <a:r>
              <a:rPr lang="en-US" sz="2618">
                <a:solidFill>
                  <a:srgbClr val="302F2F"/>
                </a:solidFill>
              </a:rPr>
              <a:t>médicas</a:t>
            </a:r>
            <a:r>
              <a:rPr b="0" i="0" lang="en-US" sz="261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, usuarios, pagos, disponibilidad, historial </a:t>
            </a:r>
            <a:r>
              <a:rPr lang="en-US" sz="2618">
                <a:solidFill>
                  <a:srgbClr val="302F2F"/>
                </a:solidFill>
              </a:rPr>
              <a:t>clínico</a:t>
            </a:r>
            <a:r>
              <a:rPr b="0" i="0" lang="en-US" sz="261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 y reportes.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0" y="9494538"/>
            <a:ext cx="18288000" cy="1310176"/>
          </a:xfrm>
          <a:custGeom>
            <a:rect b="b" l="l" r="r" t="t"/>
            <a:pathLst>
              <a:path extrusionOk="0" h="1310176" w="18288000">
                <a:moveTo>
                  <a:pt x="0" y="0"/>
                </a:moveTo>
                <a:lnTo>
                  <a:pt x="18288000" y="0"/>
                </a:lnTo>
                <a:lnTo>
                  <a:pt x="18288000" y="1310176"/>
                </a:lnTo>
                <a:lnTo>
                  <a:pt x="0" y="1310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06575" l="0" r="0" t="0"/>
            </a:stretch>
          </a:blipFill>
          <a:ln>
            <a:noFill/>
          </a:ln>
        </p:spPr>
      </p:sp>
      <p:sp>
        <p:nvSpPr>
          <p:cNvPr id="132" name="Google Shape;132;p3"/>
          <p:cNvSpPr/>
          <p:nvPr/>
        </p:nvSpPr>
        <p:spPr>
          <a:xfrm flipH="1">
            <a:off x="15808601" y="-2037089"/>
            <a:ext cx="4122821" cy="4122821"/>
          </a:xfrm>
          <a:custGeom>
            <a:rect b="b" l="l" r="r" t="t"/>
            <a:pathLst>
              <a:path extrusionOk="0" h="4122821" w="4122821">
                <a:moveTo>
                  <a:pt x="4122821" y="0"/>
                </a:moveTo>
                <a:lnTo>
                  <a:pt x="0" y="0"/>
                </a:lnTo>
                <a:lnTo>
                  <a:pt x="0" y="4122821"/>
                </a:lnTo>
                <a:lnTo>
                  <a:pt x="4122821" y="4122821"/>
                </a:lnTo>
                <a:lnTo>
                  <a:pt x="4122821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8631601" y="1269004"/>
            <a:ext cx="1024798" cy="1024798"/>
          </a:xfrm>
          <a:custGeom>
            <a:rect b="b" l="l" r="r" t="t"/>
            <a:pathLst>
              <a:path extrusionOk="0" h="1024798" w="1024798">
                <a:moveTo>
                  <a:pt x="0" y="0"/>
                </a:moveTo>
                <a:lnTo>
                  <a:pt x="1024798" y="0"/>
                </a:lnTo>
                <a:lnTo>
                  <a:pt x="1024798" y="1024798"/>
                </a:lnTo>
                <a:lnTo>
                  <a:pt x="0" y="1024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9246479" y="5737114"/>
            <a:ext cx="7215900" cy="3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7096" lvl="1" marL="494191" marR="0" rtl="0" algn="l">
              <a:lnSpc>
                <a:spcPct val="158041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2288"/>
              <a:buFont typeface="Arial"/>
              <a:buChar char="•"/>
            </a:pPr>
            <a:r>
              <a:rPr lang="en-US" sz="2288">
                <a:solidFill>
                  <a:srgbClr val="302F2F"/>
                </a:solidFill>
              </a:rPr>
              <a:t>Gestión</a:t>
            </a:r>
            <a:r>
              <a:rPr b="0" i="0" lang="en-US" sz="228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 de usuarios: pacientes, doctores y secretarias.</a:t>
            </a:r>
            <a:endParaRPr/>
          </a:p>
          <a:p>
            <a:pPr indent="-247096" lvl="1" marL="494191" marR="0" rtl="0" algn="l">
              <a:lnSpc>
                <a:spcPct val="158041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2288"/>
              <a:buFont typeface="Arial"/>
              <a:buChar char="•"/>
            </a:pPr>
            <a:r>
              <a:rPr b="0" i="0" lang="en-US" sz="228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Citas con control de horario, consultorio y disponibilidad.</a:t>
            </a:r>
            <a:endParaRPr/>
          </a:p>
          <a:p>
            <a:pPr indent="-247096" lvl="1" marL="494191" marR="0" rtl="0" algn="l">
              <a:lnSpc>
                <a:spcPct val="158041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2288"/>
              <a:buFont typeface="Arial"/>
              <a:buChar char="•"/>
            </a:pPr>
            <a:r>
              <a:rPr b="0" i="0" lang="en-US" sz="228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Historial </a:t>
            </a:r>
            <a:r>
              <a:rPr lang="en-US" sz="2288">
                <a:solidFill>
                  <a:srgbClr val="302F2F"/>
                </a:solidFill>
              </a:rPr>
              <a:t>clínico</a:t>
            </a:r>
            <a:r>
              <a:rPr b="0" i="0" lang="en-US" sz="228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 y seguimiento registrados por el doctor.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E95F6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4000"/>
            </a:blip>
            <a:stretch>
              <a:fillRect b="0" l="-6251" r="-6251" t="0"/>
            </a:stretch>
          </a:blipFill>
          <a:ln>
            <a:noFill/>
          </a:ln>
        </p:spPr>
      </p:sp>
      <p:grpSp>
        <p:nvGrpSpPr>
          <p:cNvPr id="140" name="Google Shape;140;p4"/>
          <p:cNvGrpSpPr/>
          <p:nvPr/>
        </p:nvGrpSpPr>
        <p:grpSpPr>
          <a:xfrm>
            <a:off x="1889736" y="2972548"/>
            <a:ext cx="7079208" cy="2829280"/>
            <a:chOff x="0" y="-28575"/>
            <a:chExt cx="2205599" cy="881491"/>
          </a:xfrm>
        </p:grpSpPr>
        <p:sp>
          <p:nvSpPr>
            <p:cNvPr id="141" name="Google Shape;141;p4"/>
            <p:cNvSpPr/>
            <p:nvPr/>
          </p:nvSpPr>
          <p:spPr>
            <a:xfrm>
              <a:off x="0" y="0"/>
              <a:ext cx="2205599" cy="852916"/>
            </a:xfrm>
            <a:custGeom>
              <a:rect b="b" l="l" r="r" t="t"/>
              <a:pathLst>
                <a:path extrusionOk="0" h="852916" w="2205599">
                  <a:moveTo>
                    <a:pt x="28434" y="0"/>
                  </a:moveTo>
                  <a:lnTo>
                    <a:pt x="2177165" y="0"/>
                  </a:lnTo>
                  <a:cubicBezTo>
                    <a:pt x="2192869" y="0"/>
                    <a:pt x="2205599" y="12730"/>
                    <a:pt x="2205599" y="28434"/>
                  </a:cubicBezTo>
                  <a:lnTo>
                    <a:pt x="2205599" y="824482"/>
                  </a:lnTo>
                  <a:cubicBezTo>
                    <a:pt x="2205599" y="840186"/>
                    <a:pt x="2192869" y="852916"/>
                    <a:pt x="2177165" y="852916"/>
                  </a:cubicBezTo>
                  <a:lnTo>
                    <a:pt x="28434" y="852916"/>
                  </a:lnTo>
                  <a:cubicBezTo>
                    <a:pt x="12730" y="852916"/>
                    <a:pt x="0" y="840186"/>
                    <a:pt x="0" y="824482"/>
                  </a:cubicBezTo>
                  <a:lnTo>
                    <a:pt x="0" y="28434"/>
                  </a:lnTo>
                  <a:cubicBezTo>
                    <a:pt x="0" y="12730"/>
                    <a:pt x="12730" y="0"/>
                    <a:pt x="284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0" y="-28575"/>
              <a:ext cx="2205599" cy="88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4"/>
          <p:cNvGrpSpPr/>
          <p:nvPr/>
        </p:nvGrpSpPr>
        <p:grpSpPr>
          <a:xfrm>
            <a:off x="9871526" y="2972548"/>
            <a:ext cx="7079208" cy="2829280"/>
            <a:chOff x="0" y="-28575"/>
            <a:chExt cx="2205599" cy="881491"/>
          </a:xfrm>
        </p:grpSpPr>
        <p:sp>
          <p:nvSpPr>
            <p:cNvPr id="144" name="Google Shape;144;p4"/>
            <p:cNvSpPr/>
            <p:nvPr/>
          </p:nvSpPr>
          <p:spPr>
            <a:xfrm>
              <a:off x="0" y="0"/>
              <a:ext cx="2205599" cy="852916"/>
            </a:xfrm>
            <a:custGeom>
              <a:rect b="b" l="l" r="r" t="t"/>
              <a:pathLst>
                <a:path extrusionOk="0" h="852916" w="2205599">
                  <a:moveTo>
                    <a:pt x="28434" y="0"/>
                  </a:moveTo>
                  <a:lnTo>
                    <a:pt x="2177165" y="0"/>
                  </a:lnTo>
                  <a:cubicBezTo>
                    <a:pt x="2192869" y="0"/>
                    <a:pt x="2205599" y="12730"/>
                    <a:pt x="2205599" y="28434"/>
                  </a:cubicBezTo>
                  <a:lnTo>
                    <a:pt x="2205599" y="824482"/>
                  </a:lnTo>
                  <a:cubicBezTo>
                    <a:pt x="2205599" y="840186"/>
                    <a:pt x="2192869" y="852916"/>
                    <a:pt x="2177165" y="852916"/>
                  </a:cubicBezTo>
                  <a:lnTo>
                    <a:pt x="28434" y="852916"/>
                  </a:lnTo>
                  <a:cubicBezTo>
                    <a:pt x="12730" y="852916"/>
                    <a:pt x="0" y="840186"/>
                    <a:pt x="0" y="824482"/>
                  </a:cubicBezTo>
                  <a:lnTo>
                    <a:pt x="0" y="28434"/>
                  </a:lnTo>
                  <a:cubicBezTo>
                    <a:pt x="0" y="12730"/>
                    <a:pt x="12730" y="0"/>
                    <a:pt x="284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0" y="-28575"/>
              <a:ext cx="2205599" cy="88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4"/>
          <p:cNvGrpSpPr/>
          <p:nvPr/>
        </p:nvGrpSpPr>
        <p:grpSpPr>
          <a:xfrm>
            <a:off x="1889736" y="6071243"/>
            <a:ext cx="7079208" cy="2829280"/>
            <a:chOff x="0" y="-28575"/>
            <a:chExt cx="2205599" cy="881491"/>
          </a:xfrm>
        </p:grpSpPr>
        <p:sp>
          <p:nvSpPr>
            <p:cNvPr id="147" name="Google Shape;147;p4"/>
            <p:cNvSpPr/>
            <p:nvPr/>
          </p:nvSpPr>
          <p:spPr>
            <a:xfrm>
              <a:off x="0" y="0"/>
              <a:ext cx="2205599" cy="852916"/>
            </a:xfrm>
            <a:custGeom>
              <a:rect b="b" l="l" r="r" t="t"/>
              <a:pathLst>
                <a:path extrusionOk="0" h="852916" w="2205599">
                  <a:moveTo>
                    <a:pt x="28434" y="0"/>
                  </a:moveTo>
                  <a:lnTo>
                    <a:pt x="2177165" y="0"/>
                  </a:lnTo>
                  <a:cubicBezTo>
                    <a:pt x="2192869" y="0"/>
                    <a:pt x="2205599" y="12730"/>
                    <a:pt x="2205599" y="28434"/>
                  </a:cubicBezTo>
                  <a:lnTo>
                    <a:pt x="2205599" y="824482"/>
                  </a:lnTo>
                  <a:cubicBezTo>
                    <a:pt x="2205599" y="840186"/>
                    <a:pt x="2192869" y="852916"/>
                    <a:pt x="2177165" y="852916"/>
                  </a:cubicBezTo>
                  <a:lnTo>
                    <a:pt x="28434" y="852916"/>
                  </a:lnTo>
                  <a:cubicBezTo>
                    <a:pt x="12730" y="852916"/>
                    <a:pt x="0" y="840186"/>
                    <a:pt x="0" y="824482"/>
                  </a:cubicBezTo>
                  <a:lnTo>
                    <a:pt x="0" y="28434"/>
                  </a:lnTo>
                  <a:cubicBezTo>
                    <a:pt x="0" y="12730"/>
                    <a:pt x="12730" y="0"/>
                    <a:pt x="284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0" y="-28575"/>
              <a:ext cx="2205599" cy="88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4"/>
          <p:cNvGrpSpPr/>
          <p:nvPr/>
        </p:nvGrpSpPr>
        <p:grpSpPr>
          <a:xfrm>
            <a:off x="9871526" y="6071243"/>
            <a:ext cx="7079208" cy="2829280"/>
            <a:chOff x="0" y="-28575"/>
            <a:chExt cx="2205599" cy="881491"/>
          </a:xfrm>
        </p:grpSpPr>
        <p:sp>
          <p:nvSpPr>
            <p:cNvPr id="150" name="Google Shape;150;p4"/>
            <p:cNvSpPr/>
            <p:nvPr/>
          </p:nvSpPr>
          <p:spPr>
            <a:xfrm>
              <a:off x="0" y="0"/>
              <a:ext cx="2205599" cy="852916"/>
            </a:xfrm>
            <a:custGeom>
              <a:rect b="b" l="l" r="r" t="t"/>
              <a:pathLst>
                <a:path extrusionOk="0" h="852916" w="2205599">
                  <a:moveTo>
                    <a:pt x="28434" y="0"/>
                  </a:moveTo>
                  <a:lnTo>
                    <a:pt x="2177165" y="0"/>
                  </a:lnTo>
                  <a:cubicBezTo>
                    <a:pt x="2192869" y="0"/>
                    <a:pt x="2205599" y="12730"/>
                    <a:pt x="2205599" y="28434"/>
                  </a:cubicBezTo>
                  <a:lnTo>
                    <a:pt x="2205599" y="824482"/>
                  </a:lnTo>
                  <a:cubicBezTo>
                    <a:pt x="2205599" y="840186"/>
                    <a:pt x="2192869" y="852916"/>
                    <a:pt x="2177165" y="852916"/>
                  </a:cubicBezTo>
                  <a:lnTo>
                    <a:pt x="28434" y="852916"/>
                  </a:lnTo>
                  <a:cubicBezTo>
                    <a:pt x="12730" y="852916"/>
                    <a:pt x="0" y="840186"/>
                    <a:pt x="0" y="824482"/>
                  </a:cubicBezTo>
                  <a:lnTo>
                    <a:pt x="0" y="28434"/>
                  </a:lnTo>
                  <a:cubicBezTo>
                    <a:pt x="0" y="12730"/>
                    <a:pt x="12730" y="0"/>
                    <a:pt x="284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0" y="-28575"/>
              <a:ext cx="2205599" cy="881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4"/>
          <p:cNvGrpSpPr/>
          <p:nvPr/>
        </p:nvGrpSpPr>
        <p:grpSpPr>
          <a:xfrm>
            <a:off x="1337266" y="3880575"/>
            <a:ext cx="1104941" cy="1104941"/>
            <a:chOff x="0" y="0"/>
            <a:chExt cx="812800" cy="812800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4"/>
          <p:cNvGrpSpPr/>
          <p:nvPr/>
        </p:nvGrpSpPr>
        <p:grpSpPr>
          <a:xfrm>
            <a:off x="9319056" y="3880575"/>
            <a:ext cx="1104941" cy="1104941"/>
            <a:chOff x="0" y="0"/>
            <a:chExt cx="812800" cy="812800"/>
          </a:xfrm>
        </p:grpSpPr>
        <p:sp>
          <p:nvSpPr>
            <p:cNvPr id="156" name="Google Shape;156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4"/>
          <p:cNvGrpSpPr/>
          <p:nvPr/>
        </p:nvGrpSpPr>
        <p:grpSpPr>
          <a:xfrm>
            <a:off x="1337266" y="6979271"/>
            <a:ext cx="1104941" cy="1104941"/>
            <a:chOff x="0" y="0"/>
            <a:chExt cx="812800" cy="812800"/>
          </a:xfrm>
        </p:grpSpPr>
        <p:sp>
          <p:nvSpPr>
            <p:cNvPr id="159" name="Google Shape;159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4"/>
          <p:cNvGrpSpPr/>
          <p:nvPr/>
        </p:nvGrpSpPr>
        <p:grpSpPr>
          <a:xfrm>
            <a:off x="9319056" y="6979271"/>
            <a:ext cx="1104941" cy="1104941"/>
            <a:chOff x="0" y="0"/>
            <a:chExt cx="812800" cy="812800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4"/>
          <p:cNvGrpSpPr/>
          <p:nvPr/>
        </p:nvGrpSpPr>
        <p:grpSpPr>
          <a:xfrm>
            <a:off x="1406360" y="3949670"/>
            <a:ext cx="966752" cy="966752"/>
            <a:chOff x="0" y="0"/>
            <a:chExt cx="812800" cy="812800"/>
          </a:xfrm>
        </p:grpSpPr>
        <p:sp>
          <p:nvSpPr>
            <p:cNvPr id="165" name="Google Shape;165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72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4"/>
          <p:cNvGrpSpPr/>
          <p:nvPr/>
        </p:nvGrpSpPr>
        <p:grpSpPr>
          <a:xfrm>
            <a:off x="9388150" y="3949670"/>
            <a:ext cx="966752" cy="966752"/>
            <a:chOff x="0" y="0"/>
            <a:chExt cx="812800" cy="812800"/>
          </a:xfrm>
        </p:grpSpPr>
        <p:sp>
          <p:nvSpPr>
            <p:cNvPr id="168" name="Google Shape;168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72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4"/>
          <p:cNvGrpSpPr/>
          <p:nvPr/>
        </p:nvGrpSpPr>
        <p:grpSpPr>
          <a:xfrm>
            <a:off x="1406360" y="7048365"/>
            <a:ext cx="966752" cy="966752"/>
            <a:chOff x="0" y="0"/>
            <a:chExt cx="812800" cy="812800"/>
          </a:xfrm>
        </p:grpSpPr>
        <p:sp>
          <p:nvSpPr>
            <p:cNvPr id="171" name="Google Shape;171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72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4"/>
          <p:cNvGrpSpPr/>
          <p:nvPr/>
        </p:nvGrpSpPr>
        <p:grpSpPr>
          <a:xfrm>
            <a:off x="9388150" y="7048365"/>
            <a:ext cx="966752" cy="966752"/>
            <a:chOff x="0" y="0"/>
            <a:chExt cx="812800" cy="812800"/>
          </a:xfrm>
        </p:grpSpPr>
        <p:sp>
          <p:nvSpPr>
            <p:cNvPr id="174" name="Google Shape;174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72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4"/>
          <p:cNvSpPr/>
          <p:nvPr/>
        </p:nvSpPr>
        <p:spPr>
          <a:xfrm>
            <a:off x="1666645" y="4210765"/>
            <a:ext cx="446184" cy="444561"/>
          </a:xfrm>
          <a:custGeom>
            <a:rect b="b" l="l" r="r" t="t"/>
            <a:pathLst>
              <a:path extrusionOk="0" h="444561" w="446184">
                <a:moveTo>
                  <a:pt x="0" y="0"/>
                </a:moveTo>
                <a:lnTo>
                  <a:pt x="446183" y="0"/>
                </a:lnTo>
                <a:lnTo>
                  <a:pt x="446183" y="444561"/>
                </a:lnTo>
                <a:lnTo>
                  <a:pt x="0" y="444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4"/>
          <p:cNvSpPr/>
          <p:nvPr/>
        </p:nvSpPr>
        <p:spPr>
          <a:xfrm>
            <a:off x="9648434" y="4210765"/>
            <a:ext cx="446184" cy="444561"/>
          </a:xfrm>
          <a:custGeom>
            <a:rect b="b" l="l" r="r" t="t"/>
            <a:pathLst>
              <a:path extrusionOk="0" h="444561" w="446184">
                <a:moveTo>
                  <a:pt x="0" y="0"/>
                </a:moveTo>
                <a:lnTo>
                  <a:pt x="446184" y="0"/>
                </a:lnTo>
                <a:lnTo>
                  <a:pt x="446184" y="444561"/>
                </a:lnTo>
                <a:lnTo>
                  <a:pt x="0" y="444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4"/>
          <p:cNvSpPr/>
          <p:nvPr/>
        </p:nvSpPr>
        <p:spPr>
          <a:xfrm>
            <a:off x="1666645" y="7309460"/>
            <a:ext cx="446184" cy="444561"/>
          </a:xfrm>
          <a:custGeom>
            <a:rect b="b" l="l" r="r" t="t"/>
            <a:pathLst>
              <a:path extrusionOk="0" h="444561" w="446184">
                <a:moveTo>
                  <a:pt x="0" y="0"/>
                </a:moveTo>
                <a:lnTo>
                  <a:pt x="446183" y="0"/>
                </a:lnTo>
                <a:lnTo>
                  <a:pt x="446183" y="444562"/>
                </a:lnTo>
                <a:lnTo>
                  <a:pt x="0" y="444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4"/>
          <p:cNvSpPr/>
          <p:nvPr/>
        </p:nvSpPr>
        <p:spPr>
          <a:xfrm>
            <a:off x="9648434" y="7309460"/>
            <a:ext cx="446184" cy="444561"/>
          </a:xfrm>
          <a:custGeom>
            <a:rect b="b" l="l" r="r" t="t"/>
            <a:pathLst>
              <a:path extrusionOk="0" h="444561" w="446184">
                <a:moveTo>
                  <a:pt x="0" y="0"/>
                </a:moveTo>
                <a:lnTo>
                  <a:pt x="446184" y="0"/>
                </a:lnTo>
                <a:lnTo>
                  <a:pt x="446184" y="444562"/>
                </a:lnTo>
                <a:lnTo>
                  <a:pt x="0" y="444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4"/>
          <p:cNvSpPr txBox="1"/>
          <p:nvPr/>
        </p:nvSpPr>
        <p:spPr>
          <a:xfrm>
            <a:off x="3009419" y="752069"/>
            <a:ext cx="12131400" cy="23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57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Tecnologías y arquitectura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2789534" y="3540166"/>
            <a:ext cx="2724259" cy="516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0" u="none" cap="none" strike="noStrike">
                <a:solidFill>
                  <a:srgbClr val="135EC4"/>
                </a:solidFill>
                <a:latin typeface="Ultra"/>
                <a:ea typeface="Ultra"/>
                <a:cs typeface="Ultra"/>
                <a:sym typeface="Ultra"/>
              </a:rPr>
              <a:t>Usuario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10771324" y="3540166"/>
            <a:ext cx="2724259" cy="516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0" u="none" cap="none" strike="noStrike">
                <a:solidFill>
                  <a:srgbClr val="135EC4"/>
                </a:solidFill>
                <a:latin typeface="Ultra"/>
                <a:ea typeface="Ultra"/>
                <a:cs typeface="Ultra"/>
                <a:sym typeface="Ultra"/>
              </a:rPr>
              <a:t>Servicio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2789534" y="6638861"/>
            <a:ext cx="2724259" cy="516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0" u="none" cap="none" strike="noStrike">
                <a:solidFill>
                  <a:srgbClr val="135EC4"/>
                </a:solidFill>
                <a:latin typeface="Ultra"/>
                <a:ea typeface="Ultra"/>
                <a:cs typeface="Ultra"/>
                <a:sym typeface="Ultra"/>
              </a:rPr>
              <a:t>Controlador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10771324" y="6638861"/>
            <a:ext cx="3249674" cy="516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0" u="none" cap="none" strike="noStrike">
                <a:solidFill>
                  <a:srgbClr val="135EC4"/>
                </a:solidFill>
                <a:latin typeface="Ultra"/>
                <a:ea typeface="Ultra"/>
                <a:cs typeface="Ultra"/>
                <a:sym typeface="Ultra"/>
              </a:rPr>
              <a:t>Datos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2789534" y="4072390"/>
            <a:ext cx="3168097" cy="974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7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39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HTML + CSS + Thymeleaf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10771324" y="4043815"/>
            <a:ext cx="3499424" cy="1285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55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Spring MVC</a:t>
            </a:r>
            <a:endParaRPr/>
          </a:p>
          <a:p>
            <a:pPr indent="0" lvl="1" marL="0" marR="0" rtl="0" algn="l">
              <a:lnSpc>
                <a:spcPct val="15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55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Rutas por rol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2789534" y="7152035"/>
            <a:ext cx="3366252" cy="1206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5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Spring MVC</a:t>
            </a:r>
            <a:endParaRPr/>
          </a:p>
          <a:p>
            <a:pPr indent="0" lvl="1" marL="0" marR="0" rtl="0" algn="l">
              <a:lnSpc>
                <a:spcPct val="15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5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Rutas por rol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10771324" y="7171085"/>
            <a:ext cx="3135862" cy="992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JPA / JDBC</a:t>
            </a:r>
            <a:endParaRPr/>
          </a:p>
          <a:p>
            <a:pPr indent="0" lvl="1" marL="0" marR="0" rtl="0" algn="l">
              <a:lnSpc>
                <a:spcPct val="157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MySQL o Railway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 txBox="1"/>
          <p:nvPr/>
        </p:nvSpPr>
        <p:spPr>
          <a:xfrm>
            <a:off x="1125596" y="981075"/>
            <a:ext cx="6578555" cy="92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78" u="none" cap="none" strike="noStrike">
                <a:solidFill>
                  <a:srgbClr val="135EC4"/>
                </a:solidFill>
                <a:latin typeface="Ultra"/>
                <a:ea typeface="Ultra"/>
                <a:cs typeface="Ultra"/>
                <a:sym typeface="Ultra"/>
              </a:rPr>
              <a:t>ODS 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0" y="9494538"/>
            <a:ext cx="18288000" cy="1310176"/>
          </a:xfrm>
          <a:custGeom>
            <a:rect b="b" l="l" r="r" t="t"/>
            <a:pathLst>
              <a:path extrusionOk="0" h="1310176" w="18288000">
                <a:moveTo>
                  <a:pt x="0" y="0"/>
                </a:moveTo>
                <a:lnTo>
                  <a:pt x="18288000" y="0"/>
                </a:lnTo>
                <a:lnTo>
                  <a:pt x="18288000" y="1310176"/>
                </a:lnTo>
                <a:lnTo>
                  <a:pt x="0" y="1310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6575" l="0" r="0" t="0"/>
            </a:stretch>
          </a:blipFill>
          <a:ln>
            <a:noFill/>
          </a:ln>
        </p:spPr>
      </p:sp>
      <p:sp>
        <p:nvSpPr>
          <p:cNvPr id="195" name="Google Shape;195;p5"/>
          <p:cNvSpPr/>
          <p:nvPr/>
        </p:nvSpPr>
        <p:spPr>
          <a:xfrm flipH="1">
            <a:off x="15808601" y="-2037089"/>
            <a:ext cx="4122821" cy="4122821"/>
          </a:xfrm>
          <a:custGeom>
            <a:rect b="b" l="l" r="r" t="t"/>
            <a:pathLst>
              <a:path extrusionOk="0" h="4122821" w="4122821">
                <a:moveTo>
                  <a:pt x="4122821" y="0"/>
                </a:moveTo>
                <a:lnTo>
                  <a:pt x="0" y="0"/>
                </a:lnTo>
                <a:lnTo>
                  <a:pt x="0" y="4122821"/>
                </a:lnTo>
                <a:lnTo>
                  <a:pt x="4122821" y="4122821"/>
                </a:lnTo>
                <a:lnTo>
                  <a:pt x="412282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5"/>
          <p:cNvSpPr/>
          <p:nvPr/>
        </p:nvSpPr>
        <p:spPr>
          <a:xfrm>
            <a:off x="2721256" y="955228"/>
            <a:ext cx="1024798" cy="1024798"/>
          </a:xfrm>
          <a:custGeom>
            <a:rect b="b" l="l" r="r" t="t"/>
            <a:pathLst>
              <a:path extrusionOk="0" h="1024798" w="1024798">
                <a:moveTo>
                  <a:pt x="0" y="0"/>
                </a:moveTo>
                <a:lnTo>
                  <a:pt x="1024799" y="0"/>
                </a:lnTo>
                <a:lnTo>
                  <a:pt x="1024799" y="1024799"/>
                </a:lnTo>
                <a:lnTo>
                  <a:pt x="0" y="10247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7" name="Google Shape;197;p5"/>
          <p:cNvGrpSpPr/>
          <p:nvPr/>
        </p:nvGrpSpPr>
        <p:grpSpPr>
          <a:xfrm>
            <a:off x="5672236" y="1138585"/>
            <a:ext cx="2930339" cy="2625972"/>
            <a:chOff x="0" y="0"/>
            <a:chExt cx="3907119" cy="3501296"/>
          </a:xfrm>
        </p:grpSpPr>
        <p:grpSp>
          <p:nvGrpSpPr>
            <p:cNvPr id="198" name="Google Shape;198;p5"/>
            <p:cNvGrpSpPr/>
            <p:nvPr/>
          </p:nvGrpSpPr>
          <p:grpSpPr>
            <a:xfrm rot="10800000">
              <a:off x="1778290" y="1012619"/>
              <a:ext cx="2128829" cy="2128829"/>
              <a:chOff x="0" y="0"/>
              <a:chExt cx="812800" cy="812800"/>
            </a:xfrm>
          </p:grpSpPr>
          <p:sp>
            <p:nvSpPr>
              <p:cNvPr id="199" name="Google Shape;199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51470" y="0"/>
                    </a:moveTo>
                    <a:lnTo>
                      <a:pt x="261330" y="0"/>
                    </a:lnTo>
                    <a:cubicBezTo>
                      <a:pt x="259386" y="0"/>
                      <a:pt x="257521" y="772"/>
                      <a:pt x="256147" y="2147"/>
                    </a:cubicBezTo>
                    <a:cubicBezTo>
                      <a:pt x="254772" y="3521"/>
                      <a:pt x="254000" y="5386"/>
                      <a:pt x="254000" y="7330"/>
                    </a:cubicBezTo>
                    <a:lnTo>
                      <a:pt x="254000" y="246670"/>
                    </a:lnTo>
                    <a:cubicBezTo>
                      <a:pt x="254000" y="248614"/>
                      <a:pt x="253228" y="250479"/>
                      <a:pt x="251853" y="251853"/>
                    </a:cubicBezTo>
                    <a:cubicBezTo>
                      <a:pt x="250479" y="253228"/>
                      <a:pt x="248614" y="254000"/>
                      <a:pt x="246670" y="254000"/>
                    </a:cubicBezTo>
                    <a:lnTo>
                      <a:pt x="7330" y="254000"/>
                    </a:lnTo>
                    <a:cubicBezTo>
                      <a:pt x="5386" y="254000"/>
                      <a:pt x="3521" y="254772"/>
                      <a:pt x="2147" y="256147"/>
                    </a:cubicBezTo>
                    <a:cubicBezTo>
                      <a:pt x="772" y="257521"/>
                      <a:pt x="0" y="259386"/>
                      <a:pt x="0" y="261330"/>
                    </a:cubicBezTo>
                    <a:lnTo>
                      <a:pt x="0" y="551470"/>
                    </a:lnTo>
                    <a:cubicBezTo>
                      <a:pt x="0" y="553414"/>
                      <a:pt x="772" y="555279"/>
                      <a:pt x="2147" y="556653"/>
                    </a:cubicBezTo>
                    <a:cubicBezTo>
                      <a:pt x="3521" y="558028"/>
                      <a:pt x="5386" y="558800"/>
                      <a:pt x="7330" y="558800"/>
                    </a:cubicBezTo>
                    <a:lnTo>
                      <a:pt x="246670" y="558800"/>
                    </a:lnTo>
                    <a:cubicBezTo>
                      <a:pt x="248614" y="558800"/>
                      <a:pt x="250479" y="559572"/>
                      <a:pt x="251853" y="560947"/>
                    </a:cubicBezTo>
                    <a:cubicBezTo>
                      <a:pt x="253228" y="562321"/>
                      <a:pt x="254000" y="564186"/>
                      <a:pt x="254000" y="566130"/>
                    </a:cubicBezTo>
                    <a:lnTo>
                      <a:pt x="254000" y="805470"/>
                    </a:lnTo>
                    <a:cubicBezTo>
                      <a:pt x="254000" y="807414"/>
                      <a:pt x="254772" y="809279"/>
                      <a:pt x="256147" y="810653"/>
                    </a:cubicBezTo>
                    <a:cubicBezTo>
                      <a:pt x="257521" y="812028"/>
                      <a:pt x="259386" y="812800"/>
                      <a:pt x="261330" y="812800"/>
                    </a:cubicBezTo>
                    <a:lnTo>
                      <a:pt x="551470" y="812800"/>
                    </a:lnTo>
                    <a:cubicBezTo>
                      <a:pt x="553414" y="812800"/>
                      <a:pt x="555279" y="812028"/>
                      <a:pt x="556653" y="810653"/>
                    </a:cubicBezTo>
                    <a:cubicBezTo>
                      <a:pt x="558028" y="809279"/>
                      <a:pt x="558800" y="807414"/>
                      <a:pt x="558800" y="805470"/>
                    </a:cubicBezTo>
                    <a:lnTo>
                      <a:pt x="558800" y="566130"/>
                    </a:lnTo>
                    <a:cubicBezTo>
                      <a:pt x="558800" y="564186"/>
                      <a:pt x="559572" y="562321"/>
                      <a:pt x="560947" y="560947"/>
                    </a:cubicBezTo>
                    <a:cubicBezTo>
                      <a:pt x="562321" y="559572"/>
                      <a:pt x="564186" y="558800"/>
                      <a:pt x="566130" y="558800"/>
                    </a:cubicBezTo>
                    <a:lnTo>
                      <a:pt x="805470" y="558800"/>
                    </a:lnTo>
                    <a:cubicBezTo>
                      <a:pt x="807414" y="558800"/>
                      <a:pt x="809279" y="558028"/>
                      <a:pt x="810653" y="556653"/>
                    </a:cubicBezTo>
                    <a:cubicBezTo>
                      <a:pt x="812028" y="555279"/>
                      <a:pt x="812800" y="553414"/>
                      <a:pt x="812800" y="551470"/>
                    </a:cubicBezTo>
                    <a:lnTo>
                      <a:pt x="812800" y="261330"/>
                    </a:lnTo>
                    <a:cubicBezTo>
                      <a:pt x="812800" y="259386"/>
                      <a:pt x="812028" y="257521"/>
                      <a:pt x="810653" y="256147"/>
                    </a:cubicBezTo>
                    <a:cubicBezTo>
                      <a:pt x="809279" y="254772"/>
                      <a:pt x="807414" y="254000"/>
                      <a:pt x="805470" y="254000"/>
                    </a:cubicBezTo>
                    <a:lnTo>
                      <a:pt x="566130" y="254000"/>
                    </a:lnTo>
                    <a:cubicBezTo>
                      <a:pt x="564186" y="254000"/>
                      <a:pt x="562321" y="253228"/>
                      <a:pt x="560947" y="251853"/>
                    </a:cubicBezTo>
                    <a:cubicBezTo>
                      <a:pt x="559572" y="250479"/>
                      <a:pt x="558800" y="248614"/>
                      <a:pt x="558800" y="246670"/>
                    </a:cubicBezTo>
                    <a:lnTo>
                      <a:pt x="558800" y="7330"/>
                    </a:lnTo>
                    <a:cubicBezTo>
                      <a:pt x="558800" y="5386"/>
                      <a:pt x="558028" y="3521"/>
                      <a:pt x="556653" y="2147"/>
                    </a:cubicBezTo>
                    <a:cubicBezTo>
                      <a:pt x="555279" y="772"/>
                      <a:pt x="553414" y="0"/>
                      <a:pt x="55147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5"/>
            <p:cNvGrpSpPr/>
            <p:nvPr/>
          </p:nvGrpSpPr>
          <p:grpSpPr>
            <a:xfrm rot="10800000">
              <a:off x="0" y="2488677"/>
              <a:ext cx="1012619" cy="1012619"/>
              <a:chOff x="0" y="0"/>
              <a:chExt cx="812800" cy="812800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" name="Google Shape;204;p5"/>
            <p:cNvGrpSpPr/>
            <p:nvPr/>
          </p:nvGrpSpPr>
          <p:grpSpPr>
            <a:xfrm rot="10800000">
              <a:off x="765671" y="0"/>
              <a:ext cx="1012619" cy="1012619"/>
              <a:chOff x="0" y="0"/>
              <a:chExt cx="812800" cy="812800"/>
            </a:xfrm>
          </p:grpSpPr>
          <p:sp>
            <p:nvSpPr>
              <p:cNvPr id="205" name="Google Shape;205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" name="Google Shape;207;p5"/>
          <p:cNvGrpSpPr/>
          <p:nvPr/>
        </p:nvGrpSpPr>
        <p:grpSpPr>
          <a:xfrm>
            <a:off x="14939672" y="7182956"/>
            <a:ext cx="2930339" cy="2625972"/>
            <a:chOff x="0" y="0"/>
            <a:chExt cx="3907119" cy="3501296"/>
          </a:xfrm>
        </p:grpSpPr>
        <p:grpSp>
          <p:nvGrpSpPr>
            <p:cNvPr id="208" name="Google Shape;208;p5"/>
            <p:cNvGrpSpPr/>
            <p:nvPr/>
          </p:nvGrpSpPr>
          <p:grpSpPr>
            <a:xfrm rot="10800000">
              <a:off x="1778290" y="1012619"/>
              <a:ext cx="2128829" cy="2128829"/>
              <a:chOff x="0" y="0"/>
              <a:chExt cx="812800" cy="812800"/>
            </a:xfrm>
          </p:grpSpPr>
          <p:sp>
            <p:nvSpPr>
              <p:cNvPr id="209" name="Google Shape;209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51470" y="0"/>
                    </a:moveTo>
                    <a:lnTo>
                      <a:pt x="261330" y="0"/>
                    </a:lnTo>
                    <a:cubicBezTo>
                      <a:pt x="259386" y="0"/>
                      <a:pt x="257521" y="772"/>
                      <a:pt x="256147" y="2147"/>
                    </a:cubicBezTo>
                    <a:cubicBezTo>
                      <a:pt x="254772" y="3521"/>
                      <a:pt x="254000" y="5386"/>
                      <a:pt x="254000" y="7330"/>
                    </a:cubicBezTo>
                    <a:lnTo>
                      <a:pt x="254000" y="246670"/>
                    </a:lnTo>
                    <a:cubicBezTo>
                      <a:pt x="254000" y="248614"/>
                      <a:pt x="253228" y="250479"/>
                      <a:pt x="251853" y="251853"/>
                    </a:cubicBezTo>
                    <a:cubicBezTo>
                      <a:pt x="250479" y="253228"/>
                      <a:pt x="248614" y="254000"/>
                      <a:pt x="246670" y="254000"/>
                    </a:cubicBezTo>
                    <a:lnTo>
                      <a:pt x="7330" y="254000"/>
                    </a:lnTo>
                    <a:cubicBezTo>
                      <a:pt x="5386" y="254000"/>
                      <a:pt x="3521" y="254772"/>
                      <a:pt x="2147" y="256147"/>
                    </a:cubicBezTo>
                    <a:cubicBezTo>
                      <a:pt x="772" y="257521"/>
                      <a:pt x="0" y="259386"/>
                      <a:pt x="0" y="261330"/>
                    </a:cubicBezTo>
                    <a:lnTo>
                      <a:pt x="0" y="551470"/>
                    </a:lnTo>
                    <a:cubicBezTo>
                      <a:pt x="0" y="553414"/>
                      <a:pt x="772" y="555279"/>
                      <a:pt x="2147" y="556653"/>
                    </a:cubicBezTo>
                    <a:cubicBezTo>
                      <a:pt x="3521" y="558028"/>
                      <a:pt x="5386" y="558800"/>
                      <a:pt x="7330" y="558800"/>
                    </a:cubicBezTo>
                    <a:lnTo>
                      <a:pt x="246670" y="558800"/>
                    </a:lnTo>
                    <a:cubicBezTo>
                      <a:pt x="248614" y="558800"/>
                      <a:pt x="250479" y="559572"/>
                      <a:pt x="251853" y="560947"/>
                    </a:cubicBezTo>
                    <a:cubicBezTo>
                      <a:pt x="253228" y="562321"/>
                      <a:pt x="254000" y="564186"/>
                      <a:pt x="254000" y="566130"/>
                    </a:cubicBezTo>
                    <a:lnTo>
                      <a:pt x="254000" y="805470"/>
                    </a:lnTo>
                    <a:cubicBezTo>
                      <a:pt x="254000" y="807414"/>
                      <a:pt x="254772" y="809279"/>
                      <a:pt x="256147" y="810653"/>
                    </a:cubicBezTo>
                    <a:cubicBezTo>
                      <a:pt x="257521" y="812028"/>
                      <a:pt x="259386" y="812800"/>
                      <a:pt x="261330" y="812800"/>
                    </a:cubicBezTo>
                    <a:lnTo>
                      <a:pt x="551470" y="812800"/>
                    </a:lnTo>
                    <a:cubicBezTo>
                      <a:pt x="553414" y="812800"/>
                      <a:pt x="555279" y="812028"/>
                      <a:pt x="556653" y="810653"/>
                    </a:cubicBezTo>
                    <a:cubicBezTo>
                      <a:pt x="558028" y="809279"/>
                      <a:pt x="558800" y="807414"/>
                      <a:pt x="558800" y="805470"/>
                    </a:cubicBezTo>
                    <a:lnTo>
                      <a:pt x="558800" y="566130"/>
                    </a:lnTo>
                    <a:cubicBezTo>
                      <a:pt x="558800" y="564186"/>
                      <a:pt x="559572" y="562321"/>
                      <a:pt x="560947" y="560947"/>
                    </a:cubicBezTo>
                    <a:cubicBezTo>
                      <a:pt x="562321" y="559572"/>
                      <a:pt x="564186" y="558800"/>
                      <a:pt x="566130" y="558800"/>
                    </a:cubicBezTo>
                    <a:lnTo>
                      <a:pt x="805470" y="558800"/>
                    </a:lnTo>
                    <a:cubicBezTo>
                      <a:pt x="807414" y="558800"/>
                      <a:pt x="809279" y="558028"/>
                      <a:pt x="810653" y="556653"/>
                    </a:cubicBezTo>
                    <a:cubicBezTo>
                      <a:pt x="812028" y="555279"/>
                      <a:pt x="812800" y="553414"/>
                      <a:pt x="812800" y="551470"/>
                    </a:cubicBezTo>
                    <a:lnTo>
                      <a:pt x="812800" y="261330"/>
                    </a:lnTo>
                    <a:cubicBezTo>
                      <a:pt x="812800" y="259386"/>
                      <a:pt x="812028" y="257521"/>
                      <a:pt x="810653" y="256147"/>
                    </a:cubicBezTo>
                    <a:cubicBezTo>
                      <a:pt x="809279" y="254772"/>
                      <a:pt x="807414" y="254000"/>
                      <a:pt x="805470" y="254000"/>
                    </a:cubicBezTo>
                    <a:lnTo>
                      <a:pt x="566130" y="254000"/>
                    </a:lnTo>
                    <a:cubicBezTo>
                      <a:pt x="564186" y="254000"/>
                      <a:pt x="562321" y="253228"/>
                      <a:pt x="560947" y="251853"/>
                    </a:cubicBezTo>
                    <a:cubicBezTo>
                      <a:pt x="559572" y="250479"/>
                      <a:pt x="558800" y="248614"/>
                      <a:pt x="558800" y="246670"/>
                    </a:cubicBezTo>
                    <a:lnTo>
                      <a:pt x="558800" y="7330"/>
                    </a:lnTo>
                    <a:cubicBezTo>
                      <a:pt x="558800" y="5386"/>
                      <a:pt x="558028" y="3521"/>
                      <a:pt x="556653" y="2147"/>
                    </a:cubicBezTo>
                    <a:cubicBezTo>
                      <a:pt x="555279" y="772"/>
                      <a:pt x="553414" y="0"/>
                      <a:pt x="55147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5"/>
            <p:cNvGrpSpPr/>
            <p:nvPr/>
          </p:nvGrpSpPr>
          <p:grpSpPr>
            <a:xfrm rot="10800000">
              <a:off x="0" y="2488677"/>
              <a:ext cx="1012619" cy="1012619"/>
              <a:chOff x="0" y="0"/>
              <a:chExt cx="812800" cy="812800"/>
            </a:xfrm>
          </p:grpSpPr>
          <p:sp>
            <p:nvSpPr>
              <p:cNvPr id="212" name="Google Shape;212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4" name="Google Shape;214;p5"/>
            <p:cNvGrpSpPr/>
            <p:nvPr/>
          </p:nvGrpSpPr>
          <p:grpSpPr>
            <a:xfrm rot="10800000">
              <a:off x="765671" y="0"/>
              <a:ext cx="1012619" cy="1012619"/>
              <a:chOff x="0" y="0"/>
              <a:chExt cx="812800" cy="812800"/>
            </a:xfrm>
          </p:grpSpPr>
          <p:sp>
            <p:nvSpPr>
              <p:cNvPr id="215" name="Google Shape;215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5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7" name="Google Shape;217;p5"/>
          <p:cNvSpPr/>
          <p:nvPr/>
        </p:nvSpPr>
        <p:spPr>
          <a:xfrm>
            <a:off x="9820780" y="2250755"/>
            <a:ext cx="4295727" cy="5785490"/>
          </a:xfrm>
          <a:custGeom>
            <a:rect b="b" l="l" r="r" t="t"/>
            <a:pathLst>
              <a:path extrusionOk="0" h="5785490" w="4295727">
                <a:moveTo>
                  <a:pt x="0" y="0"/>
                </a:moveTo>
                <a:lnTo>
                  <a:pt x="4295727" y="0"/>
                </a:lnTo>
                <a:lnTo>
                  <a:pt x="4295727" y="5785490"/>
                </a:lnTo>
                <a:lnTo>
                  <a:pt x="0" y="5785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5"/>
          <p:cNvSpPr txBox="1"/>
          <p:nvPr/>
        </p:nvSpPr>
        <p:spPr>
          <a:xfrm>
            <a:off x="1125596" y="3792217"/>
            <a:ext cx="6212214" cy="312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1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ODS 3:</a:t>
            </a:r>
            <a:r>
              <a:rPr b="0" i="0" lang="en-US" sz="261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 Salud y Bienestar</a:t>
            </a:r>
            <a:endParaRPr/>
          </a:p>
          <a:p>
            <a:pPr indent="0" lvl="0" marL="0" marR="0" rtl="0" algn="l">
              <a:lnSpc>
                <a:spcPct val="157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8" u="none" cap="none" strike="noStrike">
              <a:solidFill>
                <a:srgbClr val="302F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18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Porque tu sistema ayuda a mejorar la gestión de citas médicas, atención de pacientes, historial clínico, pagos y seguimiento médico.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6"/>
          <p:cNvCxnSpPr/>
          <p:nvPr/>
        </p:nvCxnSpPr>
        <p:spPr>
          <a:xfrm>
            <a:off x="1028700" y="9000068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D4D0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/>
          <p:nvPr/>
        </p:nvSpPr>
        <p:spPr>
          <a:xfrm>
            <a:off x="613609" y="830304"/>
            <a:ext cx="16520328" cy="7640652"/>
          </a:xfrm>
          <a:custGeom>
            <a:rect b="b" l="l" r="r" t="t"/>
            <a:pathLst>
              <a:path extrusionOk="0" h="7640652" w="16520328">
                <a:moveTo>
                  <a:pt x="0" y="0"/>
                </a:moveTo>
                <a:lnTo>
                  <a:pt x="16520328" y="0"/>
                </a:lnTo>
                <a:lnTo>
                  <a:pt x="16520328" y="7640651"/>
                </a:lnTo>
                <a:lnTo>
                  <a:pt x="0" y="76406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6"/>
          <p:cNvSpPr txBox="1"/>
          <p:nvPr/>
        </p:nvSpPr>
        <p:spPr>
          <a:xfrm>
            <a:off x="1028700" y="9224424"/>
            <a:ext cx="4516548" cy="273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4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PROYECTO DE MEDICINA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15653765" y="9224424"/>
            <a:ext cx="1605535" cy="273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4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AÑO 2026</a:t>
            </a:r>
            <a:endParaRPr/>
          </a:p>
        </p:txBody>
      </p:sp>
      <p:grpSp>
        <p:nvGrpSpPr>
          <p:cNvPr id="227" name="Google Shape;227;p6"/>
          <p:cNvGrpSpPr/>
          <p:nvPr/>
        </p:nvGrpSpPr>
        <p:grpSpPr>
          <a:xfrm>
            <a:off x="15487268" y="337204"/>
            <a:ext cx="1938529" cy="1737178"/>
            <a:chOff x="0" y="0"/>
            <a:chExt cx="2584705" cy="2316237"/>
          </a:xfrm>
        </p:grpSpPr>
        <p:grpSp>
          <p:nvGrpSpPr>
            <p:cNvPr id="228" name="Google Shape;228;p6"/>
            <p:cNvGrpSpPr/>
            <p:nvPr/>
          </p:nvGrpSpPr>
          <p:grpSpPr>
            <a:xfrm rot="10800000">
              <a:off x="1176405" y="669885"/>
              <a:ext cx="1408300" cy="1408300"/>
              <a:chOff x="0" y="0"/>
              <a:chExt cx="812800" cy="8128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51470" y="0"/>
                    </a:moveTo>
                    <a:lnTo>
                      <a:pt x="261330" y="0"/>
                    </a:lnTo>
                    <a:cubicBezTo>
                      <a:pt x="259386" y="0"/>
                      <a:pt x="257521" y="772"/>
                      <a:pt x="256147" y="2147"/>
                    </a:cubicBezTo>
                    <a:cubicBezTo>
                      <a:pt x="254772" y="3521"/>
                      <a:pt x="254000" y="5386"/>
                      <a:pt x="254000" y="7330"/>
                    </a:cubicBezTo>
                    <a:lnTo>
                      <a:pt x="254000" y="246670"/>
                    </a:lnTo>
                    <a:cubicBezTo>
                      <a:pt x="254000" y="248614"/>
                      <a:pt x="253228" y="250479"/>
                      <a:pt x="251853" y="251853"/>
                    </a:cubicBezTo>
                    <a:cubicBezTo>
                      <a:pt x="250479" y="253228"/>
                      <a:pt x="248614" y="254000"/>
                      <a:pt x="246670" y="254000"/>
                    </a:cubicBezTo>
                    <a:lnTo>
                      <a:pt x="7330" y="254000"/>
                    </a:lnTo>
                    <a:cubicBezTo>
                      <a:pt x="5386" y="254000"/>
                      <a:pt x="3521" y="254772"/>
                      <a:pt x="2147" y="256147"/>
                    </a:cubicBezTo>
                    <a:cubicBezTo>
                      <a:pt x="772" y="257521"/>
                      <a:pt x="0" y="259386"/>
                      <a:pt x="0" y="261330"/>
                    </a:cubicBezTo>
                    <a:lnTo>
                      <a:pt x="0" y="551470"/>
                    </a:lnTo>
                    <a:cubicBezTo>
                      <a:pt x="0" y="553414"/>
                      <a:pt x="772" y="555279"/>
                      <a:pt x="2147" y="556653"/>
                    </a:cubicBezTo>
                    <a:cubicBezTo>
                      <a:pt x="3521" y="558028"/>
                      <a:pt x="5386" y="558800"/>
                      <a:pt x="7330" y="558800"/>
                    </a:cubicBezTo>
                    <a:lnTo>
                      <a:pt x="246670" y="558800"/>
                    </a:lnTo>
                    <a:cubicBezTo>
                      <a:pt x="248614" y="558800"/>
                      <a:pt x="250479" y="559572"/>
                      <a:pt x="251853" y="560947"/>
                    </a:cubicBezTo>
                    <a:cubicBezTo>
                      <a:pt x="253228" y="562321"/>
                      <a:pt x="254000" y="564186"/>
                      <a:pt x="254000" y="566130"/>
                    </a:cubicBezTo>
                    <a:lnTo>
                      <a:pt x="254000" y="805470"/>
                    </a:lnTo>
                    <a:cubicBezTo>
                      <a:pt x="254000" y="807414"/>
                      <a:pt x="254772" y="809279"/>
                      <a:pt x="256147" y="810653"/>
                    </a:cubicBezTo>
                    <a:cubicBezTo>
                      <a:pt x="257521" y="812028"/>
                      <a:pt x="259386" y="812800"/>
                      <a:pt x="261330" y="812800"/>
                    </a:cubicBezTo>
                    <a:lnTo>
                      <a:pt x="551470" y="812800"/>
                    </a:lnTo>
                    <a:cubicBezTo>
                      <a:pt x="553414" y="812800"/>
                      <a:pt x="555279" y="812028"/>
                      <a:pt x="556653" y="810653"/>
                    </a:cubicBezTo>
                    <a:cubicBezTo>
                      <a:pt x="558028" y="809279"/>
                      <a:pt x="558800" y="807414"/>
                      <a:pt x="558800" y="805470"/>
                    </a:cubicBezTo>
                    <a:lnTo>
                      <a:pt x="558800" y="566130"/>
                    </a:lnTo>
                    <a:cubicBezTo>
                      <a:pt x="558800" y="564186"/>
                      <a:pt x="559572" y="562321"/>
                      <a:pt x="560947" y="560947"/>
                    </a:cubicBezTo>
                    <a:cubicBezTo>
                      <a:pt x="562321" y="559572"/>
                      <a:pt x="564186" y="558800"/>
                      <a:pt x="566130" y="558800"/>
                    </a:cubicBezTo>
                    <a:lnTo>
                      <a:pt x="805470" y="558800"/>
                    </a:lnTo>
                    <a:cubicBezTo>
                      <a:pt x="807414" y="558800"/>
                      <a:pt x="809279" y="558028"/>
                      <a:pt x="810653" y="556653"/>
                    </a:cubicBezTo>
                    <a:cubicBezTo>
                      <a:pt x="812028" y="555279"/>
                      <a:pt x="812800" y="553414"/>
                      <a:pt x="812800" y="551470"/>
                    </a:cubicBezTo>
                    <a:lnTo>
                      <a:pt x="812800" y="261330"/>
                    </a:lnTo>
                    <a:cubicBezTo>
                      <a:pt x="812800" y="259386"/>
                      <a:pt x="812028" y="257521"/>
                      <a:pt x="810653" y="256147"/>
                    </a:cubicBezTo>
                    <a:cubicBezTo>
                      <a:pt x="809279" y="254772"/>
                      <a:pt x="807414" y="254000"/>
                      <a:pt x="805470" y="254000"/>
                    </a:cubicBezTo>
                    <a:lnTo>
                      <a:pt x="566130" y="254000"/>
                    </a:lnTo>
                    <a:cubicBezTo>
                      <a:pt x="564186" y="254000"/>
                      <a:pt x="562321" y="253228"/>
                      <a:pt x="560947" y="251853"/>
                    </a:cubicBezTo>
                    <a:cubicBezTo>
                      <a:pt x="559572" y="250479"/>
                      <a:pt x="558800" y="248614"/>
                      <a:pt x="558800" y="246670"/>
                    </a:cubicBezTo>
                    <a:lnTo>
                      <a:pt x="558800" y="7330"/>
                    </a:lnTo>
                    <a:cubicBezTo>
                      <a:pt x="558800" y="5386"/>
                      <a:pt x="558028" y="3521"/>
                      <a:pt x="556653" y="2147"/>
                    </a:cubicBezTo>
                    <a:cubicBezTo>
                      <a:pt x="555279" y="772"/>
                      <a:pt x="553414" y="0"/>
                      <a:pt x="55147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 rot="10800000">
              <a:off x="0" y="1646352"/>
              <a:ext cx="669885" cy="669885"/>
              <a:chOff x="0" y="0"/>
              <a:chExt cx="812800" cy="812800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6"/>
            <p:cNvGrpSpPr/>
            <p:nvPr/>
          </p:nvGrpSpPr>
          <p:grpSpPr>
            <a:xfrm rot="10800000">
              <a:off x="506520" y="0"/>
              <a:ext cx="669885" cy="669885"/>
              <a:chOff x="0" y="0"/>
              <a:chExt cx="812800" cy="812800"/>
            </a:xfrm>
          </p:grpSpPr>
          <p:sp>
            <p:nvSpPr>
              <p:cNvPr id="235" name="Google Shape;235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7" name="Google Shape;237;p6"/>
          <p:cNvSpPr/>
          <p:nvPr/>
        </p:nvSpPr>
        <p:spPr>
          <a:xfrm>
            <a:off x="7454142" y="-3940622"/>
            <a:ext cx="6015004" cy="6015004"/>
          </a:xfrm>
          <a:custGeom>
            <a:rect b="b" l="l" r="r" t="t"/>
            <a:pathLst>
              <a:path extrusionOk="0" h="6015004" w="6015004">
                <a:moveTo>
                  <a:pt x="0" y="0"/>
                </a:moveTo>
                <a:lnTo>
                  <a:pt x="6015004" y="0"/>
                </a:lnTo>
                <a:lnTo>
                  <a:pt x="6015004" y="6015004"/>
                </a:lnTo>
                <a:lnTo>
                  <a:pt x="0" y="6015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7"/>
          <p:cNvGrpSpPr/>
          <p:nvPr/>
        </p:nvGrpSpPr>
        <p:grpSpPr>
          <a:xfrm>
            <a:off x="9105053" y="-240850"/>
            <a:ext cx="9463939" cy="10768702"/>
            <a:chOff x="0" y="0"/>
            <a:chExt cx="12618586" cy="14358268"/>
          </a:xfrm>
        </p:grpSpPr>
        <p:pic>
          <p:nvPicPr>
            <p:cNvPr id="243" name="Google Shape;243;p7"/>
            <p:cNvPicPr preferRelativeResize="0"/>
            <p:nvPr/>
          </p:nvPicPr>
          <p:blipFill rotWithShape="1">
            <a:blip r:embed="rId3">
              <a:alphaModFix/>
            </a:blip>
            <a:srcRect b="1605" l="31636" r="17888" t="21037"/>
            <a:stretch/>
          </p:blipFill>
          <p:spPr>
            <a:xfrm>
              <a:off x="0" y="0"/>
              <a:ext cx="6245793" cy="143582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7"/>
            <p:cNvPicPr preferRelativeResize="0"/>
            <p:nvPr/>
          </p:nvPicPr>
          <p:blipFill rotWithShape="1">
            <a:blip r:embed="rId4">
              <a:alphaModFix/>
            </a:blip>
            <a:srcRect b="8779" l="18758" r="35812" t="13684"/>
            <a:stretch/>
          </p:blipFill>
          <p:spPr>
            <a:xfrm>
              <a:off x="6372793" y="0"/>
              <a:ext cx="6245793" cy="71156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7"/>
            <p:cNvPicPr preferRelativeResize="0"/>
            <p:nvPr/>
          </p:nvPicPr>
          <p:blipFill rotWithShape="1">
            <a:blip r:embed="rId5">
              <a:alphaModFix/>
            </a:blip>
            <a:srcRect b="0" l="20741" r="20741" t="0"/>
            <a:stretch/>
          </p:blipFill>
          <p:spPr>
            <a:xfrm>
              <a:off x="6372793" y="7242634"/>
              <a:ext cx="6245793" cy="71156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" name="Google Shape;246;p7"/>
          <p:cNvSpPr txBox="1"/>
          <p:nvPr/>
        </p:nvSpPr>
        <p:spPr>
          <a:xfrm>
            <a:off x="2159572" y="4097394"/>
            <a:ext cx="6100341" cy="199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3" u="none" cap="none" strike="noStrike">
                <a:solidFill>
                  <a:srgbClr val="302F2F"/>
                </a:solidFill>
                <a:latin typeface="Arial"/>
                <a:ea typeface="Arial"/>
                <a:cs typeface="Arial"/>
                <a:sym typeface="Arial"/>
              </a:rPr>
              <a:t>Medilink centraliza la gestión de citas médicas, reduce errores operativos y mejora el control de pacientes, doctores, pagos e historial clínico.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1379273" y="2723950"/>
            <a:ext cx="5909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73" u="none" cap="none" strike="noStrike">
                <a:solidFill>
                  <a:srgbClr val="135EC4"/>
                </a:solidFill>
                <a:latin typeface="Ultra"/>
                <a:ea typeface="Ultra"/>
                <a:cs typeface="Ultra"/>
                <a:sym typeface="Ultra"/>
              </a:rPr>
              <a:t>Conclusión</a:t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-1643422" y="-2037089"/>
            <a:ext cx="4122821" cy="4122821"/>
          </a:xfrm>
          <a:custGeom>
            <a:rect b="b" l="l" r="r" t="t"/>
            <a:pathLst>
              <a:path extrusionOk="0" h="4122821" w="4122821">
                <a:moveTo>
                  <a:pt x="0" y="0"/>
                </a:moveTo>
                <a:lnTo>
                  <a:pt x="4122821" y="0"/>
                </a:lnTo>
                <a:lnTo>
                  <a:pt x="4122821" y="4122821"/>
                </a:lnTo>
                <a:lnTo>
                  <a:pt x="0" y="41228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9" name="Google Shape;249;p7"/>
          <p:cNvGrpSpPr/>
          <p:nvPr/>
        </p:nvGrpSpPr>
        <p:grpSpPr>
          <a:xfrm>
            <a:off x="5616076" y="1217143"/>
            <a:ext cx="1938529" cy="1737178"/>
            <a:chOff x="0" y="0"/>
            <a:chExt cx="2584705" cy="2316237"/>
          </a:xfrm>
        </p:grpSpPr>
        <p:grpSp>
          <p:nvGrpSpPr>
            <p:cNvPr id="250" name="Google Shape;250;p7"/>
            <p:cNvGrpSpPr/>
            <p:nvPr/>
          </p:nvGrpSpPr>
          <p:grpSpPr>
            <a:xfrm>
              <a:off x="0" y="238053"/>
              <a:ext cx="1408300" cy="1408300"/>
              <a:chOff x="0" y="0"/>
              <a:chExt cx="812800" cy="812800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51470" y="0"/>
                    </a:moveTo>
                    <a:lnTo>
                      <a:pt x="261330" y="0"/>
                    </a:lnTo>
                    <a:cubicBezTo>
                      <a:pt x="259386" y="0"/>
                      <a:pt x="257521" y="772"/>
                      <a:pt x="256147" y="2147"/>
                    </a:cubicBezTo>
                    <a:cubicBezTo>
                      <a:pt x="254772" y="3521"/>
                      <a:pt x="254000" y="5386"/>
                      <a:pt x="254000" y="7330"/>
                    </a:cubicBezTo>
                    <a:lnTo>
                      <a:pt x="254000" y="246670"/>
                    </a:lnTo>
                    <a:cubicBezTo>
                      <a:pt x="254000" y="248614"/>
                      <a:pt x="253228" y="250479"/>
                      <a:pt x="251853" y="251853"/>
                    </a:cubicBezTo>
                    <a:cubicBezTo>
                      <a:pt x="250479" y="253228"/>
                      <a:pt x="248614" y="254000"/>
                      <a:pt x="246670" y="254000"/>
                    </a:cubicBezTo>
                    <a:lnTo>
                      <a:pt x="7330" y="254000"/>
                    </a:lnTo>
                    <a:cubicBezTo>
                      <a:pt x="5386" y="254000"/>
                      <a:pt x="3521" y="254772"/>
                      <a:pt x="2147" y="256147"/>
                    </a:cubicBezTo>
                    <a:cubicBezTo>
                      <a:pt x="772" y="257521"/>
                      <a:pt x="0" y="259386"/>
                      <a:pt x="0" y="261330"/>
                    </a:cubicBezTo>
                    <a:lnTo>
                      <a:pt x="0" y="551470"/>
                    </a:lnTo>
                    <a:cubicBezTo>
                      <a:pt x="0" y="553414"/>
                      <a:pt x="772" y="555279"/>
                      <a:pt x="2147" y="556653"/>
                    </a:cubicBezTo>
                    <a:cubicBezTo>
                      <a:pt x="3521" y="558028"/>
                      <a:pt x="5386" y="558800"/>
                      <a:pt x="7330" y="558800"/>
                    </a:cubicBezTo>
                    <a:lnTo>
                      <a:pt x="246670" y="558800"/>
                    </a:lnTo>
                    <a:cubicBezTo>
                      <a:pt x="248614" y="558800"/>
                      <a:pt x="250479" y="559572"/>
                      <a:pt x="251853" y="560947"/>
                    </a:cubicBezTo>
                    <a:cubicBezTo>
                      <a:pt x="253228" y="562321"/>
                      <a:pt x="254000" y="564186"/>
                      <a:pt x="254000" y="566130"/>
                    </a:cubicBezTo>
                    <a:lnTo>
                      <a:pt x="254000" y="805470"/>
                    </a:lnTo>
                    <a:cubicBezTo>
                      <a:pt x="254000" y="807414"/>
                      <a:pt x="254772" y="809279"/>
                      <a:pt x="256147" y="810653"/>
                    </a:cubicBezTo>
                    <a:cubicBezTo>
                      <a:pt x="257521" y="812028"/>
                      <a:pt x="259386" y="812800"/>
                      <a:pt x="261330" y="812800"/>
                    </a:cubicBezTo>
                    <a:lnTo>
                      <a:pt x="551470" y="812800"/>
                    </a:lnTo>
                    <a:cubicBezTo>
                      <a:pt x="553414" y="812800"/>
                      <a:pt x="555279" y="812028"/>
                      <a:pt x="556653" y="810653"/>
                    </a:cubicBezTo>
                    <a:cubicBezTo>
                      <a:pt x="558028" y="809279"/>
                      <a:pt x="558800" y="807414"/>
                      <a:pt x="558800" y="805470"/>
                    </a:cubicBezTo>
                    <a:lnTo>
                      <a:pt x="558800" y="566130"/>
                    </a:lnTo>
                    <a:cubicBezTo>
                      <a:pt x="558800" y="564186"/>
                      <a:pt x="559572" y="562321"/>
                      <a:pt x="560947" y="560947"/>
                    </a:cubicBezTo>
                    <a:cubicBezTo>
                      <a:pt x="562321" y="559572"/>
                      <a:pt x="564186" y="558800"/>
                      <a:pt x="566130" y="558800"/>
                    </a:cubicBezTo>
                    <a:lnTo>
                      <a:pt x="805470" y="558800"/>
                    </a:lnTo>
                    <a:cubicBezTo>
                      <a:pt x="807414" y="558800"/>
                      <a:pt x="809279" y="558028"/>
                      <a:pt x="810653" y="556653"/>
                    </a:cubicBezTo>
                    <a:cubicBezTo>
                      <a:pt x="812028" y="555279"/>
                      <a:pt x="812800" y="553414"/>
                      <a:pt x="812800" y="551470"/>
                    </a:cubicBezTo>
                    <a:lnTo>
                      <a:pt x="812800" y="261330"/>
                    </a:lnTo>
                    <a:cubicBezTo>
                      <a:pt x="812800" y="259386"/>
                      <a:pt x="812028" y="257521"/>
                      <a:pt x="810653" y="256147"/>
                    </a:cubicBezTo>
                    <a:cubicBezTo>
                      <a:pt x="809279" y="254772"/>
                      <a:pt x="807414" y="254000"/>
                      <a:pt x="805470" y="254000"/>
                    </a:cubicBezTo>
                    <a:lnTo>
                      <a:pt x="566130" y="254000"/>
                    </a:lnTo>
                    <a:cubicBezTo>
                      <a:pt x="564186" y="254000"/>
                      <a:pt x="562321" y="253228"/>
                      <a:pt x="560947" y="251853"/>
                    </a:cubicBezTo>
                    <a:cubicBezTo>
                      <a:pt x="559572" y="250479"/>
                      <a:pt x="558800" y="248614"/>
                      <a:pt x="558800" y="246670"/>
                    </a:cubicBezTo>
                    <a:lnTo>
                      <a:pt x="558800" y="7330"/>
                    </a:lnTo>
                    <a:cubicBezTo>
                      <a:pt x="558800" y="5386"/>
                      <a:pt x="558028" y="3521"/>
                      <a:pt x="556653" y="2147"/>
                    </a:cubicBezTo>
                    <a:cubicBezTo>
                      <a:pt x="555279" y="772"/>
                      <a:pt x="553414" y="0"/>
                      <a:pt x="55147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>
              <a:off x="1914820" y="0"/>
              <a:ext cx="669885" cy="669885"/>
              <a:chOff x="0" y="0"/>
              <a:chExt cx="812800" cy="812800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>
              <a:off x="1408300" y="1646352"/>
              <a:ext cx="669885" cy="669885"/>
              <a:chOff x="0" y="0"/>
              <a:chExt cx="812800" cy="8128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543391" y="0"/>
                    </a:moveTo>
                    <a:lnTo>
                      <a:pt x="269409" y="0"/>
                    </a:lnTo>
                    <a:cubicBezTo>
                      <a:pt x="265323" y="0"/>
                      <a:pt x="261403" y="1623"/>
                      <a:pt x="258513" y="4513"/>
                    </a:cubicBezTo>
                    <a:cubicBezTo>
                      <a:pt x="255623" y="7403"/>
                      <a:pt x="254000" y="11323"/>
                      <a:pt x="254000" y="15409"/>
                    </a:cubicBezTo>
                    <a:lnTo>
                      <a:pt x="254000" y="238591"/>
                    </a:lnTo>
                    <a:cubicBezTo>
                      <a:pt x="254000" y="242677"/>
                      <a:pt x="252377" y="246597"/>
                      <a:pt x="249487" y="249487"/>
                    </a:cubicBezTo>
                    <a:cubicBezTo>
                      <a:pt x="246597" y="252377"/>
                      <a:pt x="242677" y="254000"/>
                      <a:pt x="238591" y="254000"/>
                    </a:cubicBezTo>
                    <a:lnTo>
                      <a:pt x="15409" y="254000"/>
                    </a:lnTo>
                    <a:cubicBezTo>
                      <a:pt x="11323" y="254000"/>
                      <a:pt x="7403" y="255623"/>
                      <a:pt x="4513" y="258513"/>
                    </a:cubicBezTo>
                    <a:cubicBezTo>
                      <a:pt x="1623" y="261403"/>
                      <a:pt x="0" y="265323"/>
                      <a:pt x="0" y="269409"/>
                    </a:cubicBezTo>
                    <a:lnTo>
                      <a:pt x="0" y="543391"/>
                    </a:lnTo>
                    <a:cubicBezTo>
                      <a:pt x="0" y="547477"/>
                      <a:pt x="1623" y="551397"/>
                      <a:pt x="4513" y="554287"/>
                    </a:cubicBezTo>
                    <a:cubicBezTo>
                      <a:pt x="7403" y="557177"/>
                      <a:pt x="11323" y="558800"/>
                      <a:pt x="15409" y="558800"/>
                    </a:cubicBezTo>
                    <a:lnTo>
                      <a:pt x="238591" y="558800"/>
                    </a:lnTo>
                    <a:cubicBezTo>
                      <a:pt x="242677" y="558800"/>
                      <a:pt x="246597" y="560423"/>
                      <a:pt x="249487" y="563313"/>
                    </a:cubicBezTo>
                    <a:cubicBezTo>
                      <a:pt x="252377" y="566203"/>
                      <a:pt x="254000" y="570123"/>
                      <a:pt x="254000" y="574209"/>
                    </a:cubicBezTo>
                    <a:lnTo>
                      <a:pt x="254000" y="797391"/>
                    </a:lnTo>
                    <a:cubicBezTo>
                      <a:pt x="254000" y="801477"/>
                      <a:pt x="255623" y="805397"/>
                      <a:pt x="258513" y="808287"/>
                    </a:cubicBezTo>
                    <a:cubicBezTo>
                      <a:pt x="261403" y="811177"/>
                      <a:pt x="265323" y="812800"/>
                      <a:pt x="269409" y="812800"/>
                    </a:cubicBezTo>
                    <a:lnTo>
                      <a:pt x="543391" y="812800"/>
                    </a:lnTo>
                    <a:cubicBezTo>
                      <a:pt x="547477" y="812800"/>
                      <a:pt x="551397" y="811177"/>
                      <a:pt x="554287" y="808287"/>
                    </a:cubicBezTo>
                    <a:cubicBezTo>
                      <a:pt x="557177" y="805397"/>
                      <a:pt x="558800" y="801477"/>
                      <a:pt x="558800" y="797391"/>
                    </a:cubicBezTo>
                    <a:lnTo>
                      <a:pt x="558800" y="574209"/>
                    </a:lnTo>
                    <a:cubicBezTo>
                      <a:pt x="558800" y="570123"/>
                      <a:pt x="560423" y="566203"/>
                      <a:pt x="563313" y="563313"/>
                    </a:cubicBezTo>
                    <a:cubicBezTo>
                      <a:pt x="566203" y="560423"/>
                      <a:pt x="570123" y="558800"/>
                      <a:pt x="574209" y="558800"/>
                    </a:cubicBezTo>
                    <a:lnTo>
                      <a:pt x="797391" y="558800"/>
                    </a:lnTo>
                    <a:cubicBezTo>
                      <a:pt x="801477" y="558800"/>
                      <a:pt x="805397" y="557177"/>
                      <a:pt x="808287" y="554287"/>
                    </a:cubicBezTo>
                    <a:cubicBezTo>
                      <a:pt x="811177" y="551397"/>
                      <a:pt x="812800" y="547477"/>
                      <a:pt x="812800" y="543391"/>
                    </a:cubicBezTo>
                    <a:lnTo>
                      <a:pt x="812800" y="269409"/>
                    </a:lnTo>
                    <a:cubicBezTo>
                      <a:pt x="812800" y="265323"/>
                      <a:pt x="811177" y="261403"/>
                      <a:pt x="808287" y="258513"/>
                    </a:cubicBezTo>
                    <a:cubicBezTo>
                      <a:pt x="805397" y="255623"/>
                      <a:pt x="801477" y="254000"/>
                      <a:pt x="797391" y="254000"/>
                    </a:cubicBezTo>
                    <a:lnTo>
                      <a:pt x="574209" y="254000"/>
                    </a:lnTo>
                    <a:cubicBezTo>
                      <a:pt x="570123" y="254000"/>
                      <a:pt x="566203" y="252377"/>
                      <a:pt x="563313" y="249487"/>
                    </a:cubicBezTo>
                    <a:cubicBezTo>
                      <a:pt x="560423" y="246597"/>
                      <a:pt x="558800" y="242677"/>
                      <a:pt x="558800" y="238591"/>
                    </a:cubicBezTo>
                    <a:lnTo>
                      <a:pt x="558800" y="15409"/>
                    </a:lnTo>
                    <a:cubicBezTo>
                      <a:pt x="558800" y="11323"/>
                      <a:pt x="557177" y="7403"/>
                      <a:pt x="554287" y="4513"/>
                    </a:cubicBezTo>
                    <a:cubicBezTo>
                      <a:pt x="551397" y="1623"/>
                      <a:pt x="547477" y="0"/>
                      <a:pt x="54339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DB4FF">
                      <a:alpha val="25098"/>
                    </a:srgbClr>
                  </a:gs>
                  <a:gs pos="100000">
                    <a:srgbClr val="2572DB">
                      <a:alpha val="25098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100" lIns="36100" spcFirstLastPara="1" rIns="36100" wrap="square" tIns="36100">
                <a:noAutofit/>
              </a:bodyPr>
              <a:lstStyle/>
              <a:p>
                <a:pPr indent="0" lvl="0" marL="0" marR="0" rtl="0" algn="ctr">
                  <a:lnSpc>
                    <a:spcPct val="165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